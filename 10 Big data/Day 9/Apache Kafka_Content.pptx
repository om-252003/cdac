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92" r:id="rId3"/>
    <p:sldId id="293" r:id="rId4"/>
    <p:sldId id="257" r:id="rId5"/>
    <p:sldId id="258" r:id="rId6"/>
    <p:sldId id="259" r:id="rId7"/>
    <p:sldId id="260" r:id="rId8"/>
    <p:sldId id="261" r:id="rId9"/>
    <p:sldId id="294" r:id="rId10"/>
    <p:sldId id="296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97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6858000" cy="9144000"/>
  <p:embeddedFontLs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Candara" panose="020E0502030303020204" pitchFamily="34" charset="0"/>
      <p:regular r:id="rId48"/>
      <p:bold r:id="rId49"/>
      <p:italic r:id="rId50"/>
      <p:boldItalic r:id="rId51"/>
    </p:embeddedFont>
    <p:embeddedFont>
      <p:font typeface="Corbel" panose="020B0503020204020204" pitchFamily="34" charset="0"/>
      <p:regular r:id="rId52"/>
      <p:bold r:id="rId53"/>
      <p:italic r:id="rId54"/>
      <p:boldItalic r:id="rId55"/>
    </p:embeddedFont>
    <p:embeddedFont>
      <p:font typeface="Verdana" panose="020B0604030504040204" pitchFamily="34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j6CD1dbKpLZArGt8FsAGJmNcT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ADBB03-C24C-42E3-82CC-606ACF9706F9}" v="2" dt="2023-10-12T08:40:30.730"/>
  </p1510:revLst>
</p1510:revInfo>
</file>

<file path=ppt/tableStyles.xml><?xml version="1.0" encoding="utf-8"?>
<a:tblStyleLst xmlns:a="http://schemas.openxmlformats.org/drawingml/2006/main" def="{C3976F2D-4E36-4DA5-A5F2-13029C08D7D9}">
  <a:tblStyle styleId="{C3976F2D-4E36-4DA5-A5F2-13029C08D7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68" y="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customschemas.google.com/relationships/presentationmetadata" Target="metadata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 Raman Bhattathirippad" userId="3124107035e67ed5" providerId="LiveId" clId="{338A99C5-9E37-4783-82D9-744650CEA251}"/>
    <pc:docChg chg="custSel addSld modSld modShowInfo">
      <pc:chgData name="Raghu Raman Bhattathirippad" userId="3124107035e67ed5" providerId="LiveId" clId="{338A99C5-9E37-4783-82D9-744650CEA251}" dt="2022-02-17T05:27:16.372" v="491" actId="1076"/>
      <pc:docMkLst>
        <pc:docMk/>
      </pc:docMkLst>
      <pc:sldChg chg="addSp delSp modSp new mod">
        <pc:chgData name="Raghu Raman Bhattathirippad" userId="3124107035e67ed5" providerId="LiveId" clId="{338A99C5-9E37-4783-82D9-744650CEA251}" dt="2022-02-17T04:45:05.465" v="156" actId="14100"/>
        <pc:sldMkLst>
          <pc:docMk/>
          <pc:sldMk cId="1945396199" sldId="292"/>
        </pc:sldMkLst>
        <pc:spChg chg="del">
          <ac:chgData name="Raghu Raman Bhattathirippad" userId="3124107035e67ed5" providerId="LiveId" clId="{338A99C5-9E37-4783-82D9-744650CEA251}" dt="2022-02-17T04:34:55.034" v="1" actId="478"/>
          <ac:spMkLst>
            <pc:docMk/>
            <pc:sldMk cId="1945396199" sldId="292"/>
            <ac:spMk id="2" creationId="{5CF4C7E6-7C58-478F-84DE-828F2D4E7039}"/>
          </ac:spMkLst>
        </pc:spChg>
        <pc:spChg chg="del">
          <ac:chgData name="Raghu Raman Bhattathirippad" userId="3124107035e67ed5" providerId="LiveId" clId="{338A99C5-9E37-4783-82D9-744650CEA251}" dt="2022-02-17T04:34:57.475" v="2" actId="478"/>
          <ac:spMkLst>
            <pc:docMk/>
            <pc:sldMk cId="1945396199" sldId="292"/>
            <ac:spMk id="3" creationId="{CF9406D9-1033-4100-BB3B-65DD6846B64A}"/>
          </ac:spMkLst>
        </pc:spChg>
        <pc:spChg chg="del">
          <ac:chgData name="Raghu Raman Bhattathirippad" userId="3124107035e67ed5" providerId="LiveId" clId="{338A99C5-9E37-4783-82D9-744650CEA251}" dt="2022-02-17T04:34:59.348" v="3" actId="478"/>
          <ac:spMkLst>
            <pc:docMk/>
            <pc:sldMk cId="1945396199" sldId="292"/>
            <ac:spMk id="4" creationId="{9C0AF729-0A0F-49F6-891D-FE30DAC207F5}"/>
          </ac:spMkLst>
        </pc:spChg>
        <pc:spChg chg="del">
          <ac:chgData name="Raghu Raman Bhattathirippad" userId="3124107035e67ed5" providerId="LiveId" clId="{338A99C5-9E37-4783-82D9-744650CEA251}" dt="2022-02-17T04:35:05.065" v="5" actId="478"/>
          <ac:spMkLst>
            <pc:docMk/>
            <pc:sldMk cId="1945396199" sldId="292"/>
            <ac:spMk id="5" creationId="{D6F31DA3-7D54-4D35-A367-8209221B6E70}"/>
          </ac:spMkLst>
        </pc:spChg>
        <pc:spChg chg="del">
          <ac:chgData name="Raghu Raman Bhattathirippad" userId="3124107035e67ed5" providerId="LiveId" clId="{338A99C5-9E37-4783-82D9-744650CEA251}" dt="2022-02-17T04:35:02.783" v="4" actId="478"/>
          <ac:spMkLst>
            <pc:docMk/>
            <pc:sldMk cId="1945396199" sldId="292"/>
            <ac:spMk id="6" creationId="{22E9A0F4-1360-4033-A62D-F1D2D7B450FC}"/>
          </ac:spMkLst>
        </pc:spChg>
        <pc:spChg chg="add mod">
          <ac:chgData name="Raghu Raman Bhattathirippad" userId="3124107035e67ed5" providerId="LiveId" clId="{338A99C5-9E37-4783-82D9-744650CEA251}" dt="2022-02-17T04:37:19.475" v="23" actId="20577"/>
          <ac:spMkLst>
            <pc:docMk/>
            <pc:sldMk cId="1945396199" sldId="292"/>
            <ac:spMk id="8" creationId="{B5A15554-CD43-40AA-8F4C-35673B4CB08F}"/>
          </ac:spMkLst>
        </pc:spChg>
        <pc:spChg chg="add mod">
          <ac:chgData name="Raghu Raman Bhattathirippad" userId="3124107035e67ed5" providerId="LiveId" clId="{338A99C5-9E37-4783-82D9-744650CEA251}" dt="2022-02-17T04:38:04.060" v="35" actId="20577"/>
          <ac:spMkLst>
            <pc:docMk/>
            <pc:sldMk cId="1945396199" sldId="292"/>
            <ac:spMk id="9" creationId="{EB07F4DD-175E-48D6-A7F7-839330CE5BA5}"/>
          </ac:spMkLst>
        </pc:spChg>
        <pc:spChg chg="add mod">
          <ac:chgData name="Raghu Raman Bhattathirippad" userId="3124107035e67ed5" providerId="LiveId" clId="{338A99C5-9E37-4783-82D9-744650CEA251}" dt="2022-02-17T04:39:30.304" v="46" actId="20577"/>
          <ac:spMkLst>
            <pc:docMk/>
            <pc:sldMk cId="1945396199" sldId="292"/>
            <ac:spMk id="10" creationId="{74192009-75CD-4126-9B8D-22EAC735D39F}"/>
          </ac:spMkLst>
        </pc:spChg>
        <pc:spChg chg="add mod">
          <ac:chgData name="Raghu Raman Bhattathirippad" userId="3124107035e67ed5" providerId="LiveId" clId="{338A99C5-9E37-4783-82D9-744650CEA251}" dt="2022-02-17T04:40:13.613" v="58" actId="20577"/>
          <ac:spMkLst>
            <pc:docMk/>
            <pc:sldMk cId="1945396199" sldId="292"/>
            <ac:spMk id="11" creationId="{8F1A13F8-77FD-4938-A184-73E08FB05678}"/>
          </ac:spMkLst>
        </pc:spChg>
        <pc:spChg chg="add mod">
          <ac:chgData name="Raghu Raman Bhattathirippad" userId="3124107035e67ed5" providerId="LiveId" clId="{338A99C5-9E37-4783-82D9-744650CEA251}" dt="2022-02-17T04:41:11.471" v="78" actId="20577"/>
          <ac:spMkLst>
            <pc:docMk/>
            <pc:sldMk cId="1945396199" sldId="292"/>
            <ac:spMk id="12" creationId="{DFE45A47-0CEB-4607-8ED5-E3ED84C6C476}"/>
          </ac:spMkLst>
        </pc:spChg>
        <pc:spChg chg="add mod">
          <ac:chgData name="Raghu Raman Bhattathirippad" userId="3124107035e67ed5" providerId="LiveId" clId="{338A99C5-9E37-4783-82D9-744650CEA251}" dt="2022-02-17T04:42:56.573" v="108" actId="20577"/>
          <ac:spMkLst>
            <pc:docMk/>
            <pc:sldMk cId="1945396199" sldId="292"/>
            <ac:spMk id="23" creationId="{41091E2A-C559-4356-B6F9-8903AEB607E0}"/>
          </ac:spMkLst>
        </pc:spChg>
        <pc:spChg chg="add mod">
          <ac:chgData name="Raghu Raman Bhattathirippad" userId="3124107035e67ed5" providerId="LiveId" clId="{338A99C5-9E37-4783-82D9-744650CEA251}" dt="2022-02-17T04:44:16.885" v="143" actId="20577"/>
          <ac:spMkLst>
            <pc:docMk/>
            <pc:sldMk cId="1945396199" sldId="292"/>
            <ac:spMk id="36" creationId="{3CFB71C2-9B98-4DEE-8FEA-A93677427578}"/>
          </ac:spMkLst>
        </pc:spChg>
        <pc:cxnChg chg="add mod">
          <ac:chgData name="Raghu Raman Bhattathirippad" userId="3124107035e67ed5" providerId="LiveId" clId="{338A99C5-9E37-4783-82D9-744650CEA251}" dt="2022-02-17T04:41:53.135" v="81" actId="1582"/>
          <ac:cxnSpMkLst>
            <pc:docMk/>
            <pc:sldMk cId="1945396199" sldId="292"/>
            <ac:cxnSpMk id="14" creationId="{30010BF5-BDE1-48DF-B144-BAA56035B570}"/>
          </ac:cxnSpMkLst>
        </pc:cxnChg>
        <pc:cxnChg chg="add mod">
          <ac:chgData name="Raghu Raman Bhattathirippad" userId="3124107035e67ed5" providerId="LiveId" clId="{338A99C5-9E37-4783-82D9-744650CEA251}" dt="2022-02-17T04:42:04.064" v="84" actId="14100"/>
          <ac:cxnSpMkLst>
            <pc:docMk/>
            <pc:sldMk cId="1945396199" sldId="292"/>
            <ac:cxnSpMk id="15" creationId="{200E232A-5BF0-4FF5-93B8-79B2113399E9}"/>
          </ac:cxnSpMkLst>
        </pc:cxnChg>
        <pc:cxnChg chg="add mod">
          <ac:chgData name="Raghu Raman Bhattathirippad" userId="3124107035e67ed5" providerId="LiveId" clId="{338A99C5-9E37-4783-82D9-744650CEA251}" dt="2022-02-17T04:42:14.480" v="87" actId="14100"/>
          <ac:cxnSpMkLst>
            <pc:docMk/>
            <pc:sldMk cId="1945396199" sldId="292"/>
            <ac:cxnSpMk id="17" creationId="{B4BEDB7B-3FE3-46E0-BAF4-31F59F464497}"/>
          </ac:cxnSpMkLst>
        </pc:cxnChg>
        <pc:cxnChg chg="add mod">
          <ac:chgData name="Raghu Raman Bhattathirippad" userId="3124107035e67ed5" providerId="LiveId" clId="{338A99C5-9E37-4783-82D9-744650CEA251}" dt="2022-02-17T04:42:25.909" v="91" actId="14100"/>
          <ac:cxnSpMkLst>
            <pc:docMk/>
            <pc:sldMk cId="1945396199" sldId="292"/>
            <ac:cxnSpMk id="20" creationId="{43230FE3-75DD-4B5A-AC40-3093C486DE0F}"/>
          </ac:cxnSpMkLst>
        </pc:cxnChg>
        <pc:cxnChg chg="add mod">
          <ac:chgData name="Raghu Raman Bhattathirippad" userId="3124107035e67ed5" providerId="LiveId" clId="{338A99C5-9E37-4783-82D9-744650CEA251}" dt="2022-02-17T04:43:18.117" v="111" actId="14100"/>
          <ac:cxnSpMkLst>
            <pc:docMk/>
            <pc:sldMk cId="1945396199" sldId="292"/>
            <ac:cxnSpMk id="24" creationId="{57ADE62D-ADCD-4D70-9DFC-34ED9D015499}"/>
          </ac:cxnSpMkLst>
        </pc:cxnChg>
        <pc:cxnChg chg="add mod">
          <ac:chgData name="Raghu Raman Bhattathirippad" userId="3124107035e67ed5" providerId="LiveId" clId="{338A99C5-9E37-4783-82D9-744650CEA251}" dt="2022-02-17T04:43:32.238" v="116" actId="14100"/>
          <ac:cxnSpMkLst>
            <pc:docMk/>
            <pc:sldMk cId="1945396199" sldId="292"/>
            <ac:cxnSpMk id="26" creationId="{20055947-91C8-44A7-AA9F-5B7DE14548CD}"/>
          </ac:cxnSpMkLst>
        </pc:cxnChg>
        <pc:cxnChg chg="add mod">
          <ac:chgData name="Raghu Raman Bhattathirippad" userId="3124107035e67ed5" providerId="LiveId" clId="{338A99C5-9E37-4783-82D9-744650CEA251}" dt="2022-02-17T04:43:42.750" v="119" actId="14100"/>
          <ac:cxnSpMkLst>
            <pc:docMk/>
            <pc:sldMk cId="1945396199" sldId="292"/>
            <ac:cxnSpMk id="30" creationId="{B9D04197-3A35-4DF7-8EED-E9DFBFFFF844}"/>
          </ac:cxnSpMkLst>
        </pc:cxnChg>
        <pc:cxnChg chg="add mod">
          <ac:chgData name="Raghu Raman Bhattathirippad" userId="3124107035e67ed5" providerId="LiveId" clId="{338A99C5-9E37-4783-82D9-744650CEA251}" dt="2022-02-17T04:43:52.580" v="123" actId="14100"/>
          <ac:cxnSpMkLst>
            <pc:docMk/>
            <pc:sldMk cId="1945396199" sldId="292"/>
            <ac:cxnSpMk id="33" creationId="{E3B80ACA-0202-494F-B397-F02F86991D8B}"/>
          </ac:cxnSpMkLst>
        </pc:cxnChg>
        <pc:cxnChg chg="add mod">
          <ac:chgData name="Raghu Raman Bhattathirippad" userId="3124107035e67ed5" providerId="LiveId" clId="{338A99C5-9E37-4783-82D9-744650CEA251}" dt="2022-02-17T04:44:38.206" v="146" actId="14100"/>
          <ac:cxnSpMkLst>
            <pc:docMk/>
            <pc:sldMk cId="1945396199" sldId="292"/>
            <ac:cxnSpMk id="37" creationId="{15FD997A-FE0A-4F6B-AC8F-56B8CE150794}"/>
          </ac:cxnSpMkLst>
        </pc:cxnChg>
        <pc:cxnChg chg="add mod">
          <ac:chgData name="Raghu Raman Bhattathirippad" userId="3124107035e67ed5" providerId="LiveId" clId="{338A99C5-9E37-4783-82D9-744650CEA251}" dt="2022-02-17T04:44:50.009" v="150" actId="14100"/>
          <ac:cxnSpMkLst>
            <pc:docMk/>
            <pc:sldMk cId="1945396199" sldId="292"/>
            <ac:cxnSpMk id="39" creationId="{78E38CF4-91CE-4E0F-8E30-0E33B3F4594A}"/>
          </ac:cxnSpMkLst>
        </pc:cxnChg>
        <pc:cxnChg chg="add mod">
          <ac:chgData name="Raghu Raman Bhattathirippad" userId="3124107035e67ed5" providerId="LiveId" clId="{338A99C5-9E37-4783-82D9-744650CEA251}" dt="2022-02-17T04:44:57.953" v="153" actId="14100"/>
          <ac:cxnSpMkLst>
            <pc:docMk/>
            <pc:sldMk cId="1945396199" sldId="292"/>
            <ac:cxnSpMk id="42" creationId="{08658322-71FB-4F77-AF78-8335E74AF38D}"/>
          </ac:cxnSpMkLst>
        </pc:cxnChg>
        <pc:cxnChg chg="add mod">
          <ac:chgData name="Raghu Raman Bhattathirippad" userId="3124107035e67ed5" providerId="LiveId" clId="{338A99C5-9E37-4783-82D9-744650CEA251}" dt="2022-02-17T04:45:05.465" v="156" actId="14100"/>
          <ac:cxnSpMkLst>
            <pc:docMk/>
            <pc:sldMk cId="1945396199" sldId="292"/>
            <ac:cxnSpMk id="44" creationId="{590CE56B-D78F-4E9E-8181-4B0A8D3AB79F}"/>
          </ac:cxnSpMkLst>
        </pc:cxnChg>
      </pc:sldChg>
      <pc:sldChg chg="addSp delSp modSp add mod">
        <pc:chgData name="Raghu Raman Bhattathirippad" userId="3124107035e67ed5" providerId="LiveId" clId="{338A99C5-9E37-4783-82D9-744650CEA251}" dt="2022-02-17T04:51:56.905" v="234" actId="20577"/>
        <pc:sldMkLst>
          <pc:docMk/>
          <pc:sldMk cId="3207193832" sldId="293"/>
        </pc:sldMkLst>
        <pc:spChg chg="add mod">
          <ac:chgData name="Raghu Raman Bhattathirippad" userId="3124107035e67ed5" providerId="LiveId" clId="{338A99C5-9E37-4783-82D9-744650CEA251}" dt="2022-02-17T04:51:37.984" v="214" actId="113"/>
          <ac:spMkLst>
            <pc:docMk/>
            <pc:sldMk cId="3207193832" sldId="293"/>
            <ac:spMk id="5" creationId="{C1AC1525-07A0-43F3-AAA7-CFBE00B60562}"/>
          </ac:spMkLst>
        </pc:spChg>
        <pc:spChg chg="add mod">
          <ac:chgData name="Raghu Raman Bhattathirippad" userId="3124107035e67ed5" providerId="LiveId" clId="{338A99C5-9E37-4783-82D9-744650CEA251}" dt="2022-02-17T04:48:45.756" v="186" actId="1076"/>
          <ac:spMkLst>
            <pc:docMk/>
            <pc:sldMk cId="3207193832" sldId="293"/>
            <ac:spMk id="22" creationId="{0A42A88D-2F91-4B14-8EEE-3052DCFC86EC}"/>
          </ac:spMkLst>
        </pc:spChg>
        <pc:spChg chg="add mod">
          <ac:chgData name="Raghu Raman Bhattathirippad" userId="3124107035e67ed5" providerId="LiveId" clId="{338A99C5-9E37-4783-82D9-744650CEA251}" dt="2022-02-17T04:51:56.905" v="234" actId="20577"/>
          <ac:spMkLst>
            <pc:docMk/>
            <pc:sldMk cId="3207193832" sldId="293"/>
            <ac:spMk id="34" creationId="{C42B8165-D0D4-471A-8B93-65F77BA2BC01}"/>
          </ac:spMkLst>
        </pc:spChg>
        <pc:cxnChg chg="add mod">
          <ac:chgData name="Raghu Raman Bhattathirippad" userId="3124107035e67ed5" providerId="LiveId" clId="{338A99C5-9E37-4783-82D9-744650CEA251}" dt="2022-02-17T04:49:11.702" v="188" actId="13822"/>
          <ac:cxnSpMkLst>
            <pc:docMk/>
            <pc:sldMk cId="3207193832" sldId="293"/>
            <ac:cxnSpMk id="3" creationId="{D61F0C15-574E-44FF-8D52-46AE629E5E22}"/>
          </ac:cxnSpMkLst>
        </pc:cxnChg>
        <pc:cxnChg chg="del mod">
          <ac:chgData name="Raghu Raman Bhattathirippad" userId="3124107035e67ed5" providerId="LiveId" clId="{338A99C5-9E37-4783-82D9-744650CEA251}" dt="2022-02-17T04:47:26.268" v="158" actId="478"/>
          <ac:cxnSpMkLst>
            <pc:docMk/>
            <pc:sldMk cId="3207193832" sldId="293"/>
            <ac:cxnSpMk id="14" creationId="{30010BF5-BDE1-48DF-B144-BAA56035B570}"/>
          </ac:cxnSpMkLst>
        </pc:cxnChg>
        <pc:cxnChg chg="del mod">
          <ac:chgData name="Raghu Raman Bhattathirippad" userId="3124107035e67ed5" providerId="LiveId" clId="{338A99C5-9E37-4783-82D9-744650CEA251}" dt="2022-02-17T04:47:27.926" v="159" actId="478"/>
          <ac:cxnSpMkLst>
            <pc:docMk/>
            <pc:sldMk cId="3207193832" sldId="293"/>
            <ac:cxnSpMk id="15" creationId="{200E232A-5BF0-4FF5-93B8-79B2113399E9}"/>
          </ac:cxnSpMkLst>
        </pc:cxnChg>
        <pc:cxnChg chg="del mod">
          <ac:chgData name="Raghu Raman Bhattathirippad" userId="3124107035e67ed5" providerId="LiveId" clId="{338A99C5-9E37-4783-82D9-744650CEA251}" dt="2022-02-17T04:47:46.763" v="168" actId="478"/>
          <ac:cxnSpMkLst>
            <pc:docMk/>
            <pc:sldMk cId="3207193832" sldId="293"/>
            <ac:cxnSpMk id="17" creationId="{B4BEDB7B-3FE3-46E0-BAF4-31F59F464497}"/>
          </ac:cxnSpMkLst>
        </pc:cxnChg>
        <pc:cxnChg chg="del mod">
          <ac:chgData name="Raghu Raman Bhattathirippad" userId="3124107035e67ed5" providerId="LiveId" clId="{338A99C5-9E37-4783-82D9-744650CEA251}" dt="2022-02-17T04:47:38.182" v="163" actId="478"/>
          <ac:cxnSpMkLst>
            <pc:docMk/>
            <pc:sldMk cId="3207193832" sldId="293"/>
            <ac:cxnSpMk id="20" creationId="{43230FE3-75DD-4B5A-AC40-3093C486DE0F}"/>
          </ac:cxnSpMkLst>
        </pc:cxnChg>
        <pc:cxnChg chg="del">
          <ac:chgData name="Raghu Raman Bhattathirippad" userId="3124107035e67ed5" providerId="LiveId" clId="{338A99C5-9E37-4783-82D9-744650CEA251}" dt="2022-02-17T04:47:29.365" v="160" actId="478"/>
          <ac:cxnSpMkLst>
            <pc:docMk/>
            <pc:sldMk cId="3207193832" sldId="293"/>
            <ac:cxnSpMk id="24" creationId="{57ADE62D-ADCD-4D70-9DFC-34ED9D015499}"/>
          </ac:cxnSpMkLst>
        </pc:cxnChg>
        <pc:cxnChg chg="add mod">
          <ac:chgData name="Raghu Raman Bhattathirippad" userId="3124107035e67ed5" providerId="LiveId" clId="{338A99C5-9E37-4783-82D9-744650CEA251}" dt="2022-02-17T04:49:21.743" v="190" actId="1076"/>
          <ac:cxnSpMkLst>
            <pc:docMk/>
            <pc:sldMk cId="3207193832" sldId="293"/>
            <ac:cxnSpMk id="25" creationId="{80792A08-5035-4782-ABE8-49A497F458FC}"/>
          </ac:cxnSpMkLst>
        </pc:cxnChg>
        <pc:cxnChg chg="del mod">
          <ac:chgData name="Raghu Raman Bhattathirippad" userId="3124107035e67ed5" providerId="LiveId" clId="{338A99C5-9E37-4783-82D9-744650CEA251}" dt="2022-02-17T04:47:48.460" v="169" actId="478"/>
          <ac:cxnSpMkLst>
            <pc:docMk/>
            <pc:sldMk cId="3207193832" sldId="293"/>
            <ac:cxnSpMk id="26" creationId="{20055947-91C8-44A7-AA9F-5B7DE14548CD}"/>
          </ac:cxnSpMkLst>
        </pc:cxnChg>
        <pc:cxnChg chg="add mod">
          <ac:chgData name="Raghu Raman Bhattathirippad" userId="3124107035e67ed5" providerId="LiveId" clId="{338A99C5-9E37-4783-82D9-744650CEA251}" dt="2022-02-17T04:49:27.512" v="192" actId="1076"/>
          <ac:cxnSpMkLst>
            <pc:docMk/>
            <pc:sldMk cId="3207193832" sldId="293"/>
            <ac:cxnSpMk id="27" creationId="{E2F81DE7-A440-435A-B69D-17A39523577C}"/>
          </ac:cxnSpMkLst>
        </pc:cxnChg>
        <pc:cxnChg chg="add mod">
          <ac:chgData name="Raghu Raman Bhattathirippad" userId="3124107035e67ed5" providerId="LiveId" clId="{338A99C5-9E37-4783-82D9-744650CEA251}" dt="2022-02-17T04:49:31.916" v="194" actId="1076"/>
          <ac:cxnSpMkLst>
            <pc:docMk/>
            <pc:sldMk cId="3207193832" sldId="293"/>
            <ac:cxnSpMk id="28" creationId="{64D01AAD-D973-49ED-BBA6-065A4E898FAE}"/>
          </ac:cxnSpMkLst>
        </pc:cxnChg>
        <pc:cxnChg chg="add mod">
          <ac:chgData name="Raghu Raman Bhattathirippad" userId="3124107035e67ed5" providerId="LiveId" clId="{338A99C5-9E37-4783-82D9-744650CEA251}" dt="2022-02-17T04:49:51.889" v="197" actId="14100"/>
          <ac:cxnSpMkLst>
            <pc:docMk/>
            <pc:sldMk cId="3207193832" sldId="293"/>
            <ac:cxnSpMk id="29" creationId="{1B91F110-C2A6-440E-B47D-03624EB39A59}"/>
          </ac:cxnSpMkLst>
        </pc:cxnChg>
        <pc:cxnChg chg="del mod">
          <ac:chgData name="Raghu Raman Bhattathirippad" userId="3124107035e67ed5" providerId="LiveId" clId="{338A99C5-9E37-4783-82D9-744650CEA251}" dt="2022-02-17T04:47:45.102" v="167" actId="478"/>
          <ac:cxnSpMkLst>
            <pc:docMk/>
            <pc:sldMk cId="3207193832" sldId="293"/>
            <ac:cxnSpMk id="30" creationId="{B9D04197-3A35-4DF7-8EED-E9DFBFFFF844}"/>
          </ac:cxnSpMkLst>
        </pc:cxnChg>
        <pc:cxnChg chg="add mod">
          <ac:chgData name="Raghu Raman Bhattathirippad" userId="3124107035e67ed5" providerId="LiveId" clId="{338A99C5-9E37-4783-82D9-744650CEA251}" dt="2022-02-17T04:49:57.286" v="199" actId="1076"/>
          <ac:cxnSpMkLst>
            <pc:docMk/>
            <pc:sldMk cId="3207193832" sldId="293"/>
            <ac:cxnSpMk id="31" creationId="{E5174CF7-6051-4A87-BA4A-D10D9B0B6976}"/>
          </ac:cxnSpMkLst>
        </pc:cxnChg>
        <pc:cxnChg chg="add mod">
          <ac:chgData name="Raghu Raman Bhattathirippad" userId="3124107035e67ed5" providerId="LiveId" clId="{338A99C5-9E37-4783-82D9-744650CEA251}" dt="2022-02-17T04:50:02.166" v="201" actId="1076"/>
          <ac:cxnSpMkLst>
            <pc:docMk/>
            <pc:sldMk cId="3207193832" sldId="293"/>
            <ac:cxnSpMk id="32" creationId="{55894DEC-D876-4EDF-B07E-34C01B6B59FE}"/>
          </ac:cxnSpMkLst>
        </pc:cxnChg>
        <pc:cxnChg chg="del mod">
          <ac:chgData name="Raghu Raman Bhattathirippad" userId="3124107035e67ed5" providerId="LiveId" clId="{338A99C5-9E37-4783-82D9-744650CEA251}" dt="2022-02-17T04:47:36.592" v="162" actId="478"/>
          <ac:cxnSpMkLst>
            <pc:docMk/>
            <pc:sldMk cId="3207193832" sldId="293"/>
            <ac:cxnSpMk id="33" creationId="{E3B80ACA-0202-494F-B397-F02F86991D8B}"/>
          </ac:cxnSpMkLst>
        </pc:cxnChg>
        <pc:cxnChg chg="del">
          <ac:chgData name="Raghu Raman Bhattathirippad" userId="3124107035e67ed5" providerId="LiveId" clId="{338A99C5-9E37-4783-82D9-744650CEA251}" dt="2022-02-17T04:47:43.271" v="166" actId="478"/>
          <ac:cxnSpMkLst>
            <pc:docMk/>
            <pc:sldMk cId="3207193832" sldId="293"/>
            <ac:cxnSpMk id="37" creationId="{15FD997A-FE0A-4F6B-AC8F-56B8CE150794}"/>
          </ac:cxnSpMkLst>
        </pc:cxnChg>
        <pc:cxnChg chg="del">
          <ac:chgData name="Raghu Raman Bhattathirippad" userId="3124107035e67ed5" providerId="LiveId" clId="{338A99C5-9E37-4783-82D9-744650CEA251}" dt="2022-02-17T04:47:41.609" v="165" actId="478"/>
          <ac:cxnSpMkLst>
            <pc:docMk/>
            <pc:sldMk cId="3207193832" sldId="293"/>
            <ac:cxnSpMk id="39" creationId="{78E38CF4-91CE-4E0F-8E30-0E33B3F4594A}"/>
          </ac:cxnSpMkLst>
        </pc:cxnChg>
        <pc:cxnChg chg="del mod">
          <ac:chgData name="Raghu Raman Bhattathirippad" userId="3124107035e67ed5" providerId="LiveId" clId="{338A99C5-9E37-4783-82D9-744650CEA251}" dt="2022-02-17T04:47:39.809" v="164" actId="478"/>
          <ac:cxnSpMkLst>
            <pc:docMk/>
            <pc:sldMk cId="3207193832" sldId="293"/>
            <ac:cxnSpMk id="42" creationId="{08658322-71FB-4F77-AF78-8335E74AF38D}"/>
          </ac:cxnSpMkLst>
        </pc:cxnChg>
        <pc:cxnChg chg="del mod">
          <ac:chgData name="Raghu Raman Bhattathirippad" userId="3124107035e67ed5" providerId="LiveId" clId="{338A99C5-9E37-4783-82D9-744650CEA251}" dt="2022-02-17T04:47:34.591" v="161" actId="478"/>
          <ac:cxnSpMkLst>
            <pc:docMk/>
            <pc:sldMk cId="3207193832" sldId="293"/>
            <ac:cxnSpMk id="44" creationId="{590CE56B-D78F-4E9E-8181-4B0A8D3AB79F}"/>
          </ac:cxnSpMkLst>
        </pc:cxnChg>
      </pc:sldChg>
      <pc:sldChg chg="addSp delSp modSp new mod">
        <pc:chgData name="Raghu Raman Bhattathirippad" userId="3124107035e67ed5" providerId="LiveId" clId="{338A99C5-9E37-4783-82D9-744650CEA251}" dt="2022-02-17T05:27:16.372" v="491" actId="1076"/>
        <pc:sldMkLst>
          <pc:docMk/>
          <pc:sldMk cId="2997868964" sldId="294"/>
        </pc:sldMkLst>
        <pc:spChg chg="del">
          <ac:chgData name="Raghu Raman Bhattathirippad" userId="3124107035e67ed5" providerId="LiveId" clId="{338A99C5-9E37-4783-82D9-744650CEA251}" dt="2022-02-17T05:03:49.954" v="237" actId="478"/>
          <ac:spMkLst>
            <pc:docMk/>
            <pc:sldMk cId="2997868964" sldId="294"/>
            <ac:spMk id="2" creationId="{27063EA0-C328-4793-94DA-B741E68187F8}"/>
          </ac:spMkLst>
        </pc:spChg>
        <pc:spChg chg="del">
          <ac:chgData name="Raghu Raman Bhattathirippad" userId="3124107035e67ed5" providerId="LiveId" clId="{338A99C5-9E37-4783-82D9-744650CEA251}" dt="2022-02-17T05:03:52.746" v="238" actId="478"/>
          <ac:spMkLst>
            <pc:docMk/>
            <pc:sldMk cId="2997868964" sldId="294"/>
            <ac:spMk id="3" creationId="{E6331846-9C88-483A-BF88-65BB0C05629E}"/>
          </ac:spMkLst>
        </pc:spChg>
        <pc:spChg chg="del">
          <ac:chgData name="Raghu Raman Bhattathirippad" userId="3124107035e67ed5" providerId="LiveId" clId="{338A99C5-9E37-4783-82D9-744650CEA251}" dt="2022-02-17T05:03:54.714" v="239" actId="478"/>
          <ac:spMkLst>
            <pc:docMk/>
            <pc:sldMk cId="2997868964" sldId="294"/>
            <ac:spMk id="4" creationId="{01E618B4-EB7C-40EB-A276-9A3BEB286040}"/>
          </ac:spMkLst>
        </pc:spChg>
        <pc:spChg chg="del">
          <ac:chgData name="Raghu Raman Bhattathirippad" userId="3124107035e67ed5" providerId="LiveId" clId="{338A99C5-9E37-4783-82D9-744650CEA251}" dt="2022-02-17T05:04:01.854" v="241" actId="478"/>
          <ac:spMkLst>
            <pc:docMk/>
            <pc:sldMk cId="2997868964" sldId="294"/>
            <ac:spMk id="5" creationId="{FD6AA07D-01B3-47CE-90D3-7C8BDF5050A2}"/>
          </ac:spMkLst>
        </pc:spChg>
        <pc:spChg chg="del">
          <ac:chgData name="Raghu Raman Bhattathirippad" userId="3124107035e67ed5" providerId="LiveId" clId="{338A99C5-9E37-4783-82D9-744650CEA251}" dt="2022-02-17T05:03:58.774" v="240" actId="478"/>
          <ac:spMkLst>
            <pc:docMk/>
            <pc:sldMk cId="2997868964" sldId="294"/>
            <ac:spMk id="6" creationId="{D10EB520-6374-4BE6-9BF9-7C4B57007E35}"/>
          </ac:spMkLst>
        </pc:spChg>
        <pc:spChg chg="add mod">
          <ac:chgData name="Raghu Raman Bhattathirippad" userId="3124107035e67ed5" providerId="LiveId" clId="{338A99C5-9E37-4783-82D9-744650CEA251}" dt="2022-02-17T05:05:03.588" v="264" actId="20577"/>
          <ac:spMkLst>
            <pc:docMk/>
            <pc:sldMk cId="2997868964" sldId="294"/>
            <ac:spMk id="8" creationId="{F4155131-1C40-424F-B09F-D189A6F15061}"/>
          </ac:spMkLst>
        </pc:spChg>
        <pc:spChg chg="add mod">
          <ac:chgData name="Raghu Raman Bhattathirippad" userId="3124107035e67ed5" providerId="LiveId" clId="{338A99C5-9E37-4783-82D9-744650CEA251}" dt="2022-02-17T05:05:07.449" v="275" actId="20577"/>
          <ac:spMkLst>
            <pc:docMk/>
            <pc:sldMk cId="2997868964" sldId="294"/>
            <ac:spMk id="9" creationId="{1E0318CB-0BCB-48F9-8D25-01355B809771}"/>
          </ac:spMkLst>
        </pc:spChg>
        <pc:spChg chg="add del mod">
          <ac:chgData name="Raghu Raman Bhattathirippad" userId="3124107035e67ed5" providerId="LiveId" clId="{338A99C5-9E37-4783-82D9-744650CEA251}" dt="2022-02-17T05:04:31.729" v="248" actId="478"/>
          <ac:spMkLst>
            <pc:docMk/>
            <pc:sldMk cId="2997868964" sldId="294"/>
            <ac:spMk id="10" creationId="{43E11EC0-78A5-4DE4-9B1B-3612D5035432}"/>
          </ac:spMkLst>
        </pc:spChg>
        <pc:spChg chg="add mod">
          <ac:chgData name="Raghu Raman Bhattathirippad" userId="3124107035e67ed5" providerId="LiveId" clId="{338A99C5-9E37-4783-82D9-744650CEA251}" dt="2022-02-17T05:05:42.345" v="302" actId="14100"/>
          <ac:spMkLst>
            <pc:docMk/>
            <pc:sldMk cId="2997868964" sldId="294"/>
            <ac:spMk id="11" creationId="{B28E3B80-1349-432B-A0C5-BFEA8BDF9DA3}"/>
          </ac:spMkLst>
        </pc:spChg>
        <pc:spChg chg="add mod">
          <ac:chgData name="Raghu Raman Bhattathirippad" userId="3124107035e67ed5" providerId="LiveId" clId="{338A99C5-9E37-4783-82D9-744650CEA251}" dt="2022-02-17T05:05:10.871" v="280" actId="20577"/>
          <ac:spMkLst>
            <pc:docMk/>
            <pc:sldMk cId="2997868964" sldId="294"/>
            <ac:spMk id="12" creationId="{B0F157E1-39CA-40F8-B904-BDD81A1377F8}"/>
          </ac:spMkLst>
        </pc:spChg>
        <pc:spChg chg="add mod">
          <ac:chgData name="Raghu Raman Bhattathirippad" userId="3124107035e67ed5" providerId="LiveId" clId="{338A99C5-9E37-4783-82D9-744650CEA251}" dt="2022-02-17T05:05:20.791" v="301" actId="20577"/>
          <ac:spMkLst>
            <pc:docMk/>
            <pc:sldMk cId="2997868964" sldId="294"/>
            <ac:spMk id="13" creationId="{20B25EE4-E831-4C40-84B7-B52C8051ED08}"/>
          </ac:spMkLst>
        </pc:spChg>
        <pc:spChg chg="add mod">
          <ac:chgData name="Raghu Raman Bhattathirippad" userId="3124107035e67ed5" providerId="LiveId" clId="{338A99C5-9E37-4783-82D9-744650CEA251}" dt="2022-02-17T05:12:42.079" v="350" actId="20577"/>
          <ac:spMkLst>
            <pc:docMk/>
            <pc:sldMk cId="2997868964" sldId="294"/>
            <ac:spMk id="14" creationId="{A1EF67F7-9E2C-44B4-8342-4B76223D7C4D}"/>
          </ac:spMkLst>
        </pc:spChg>
        <pc:spChg chg="add mod">
          <ac:chgData name="Raghu Raman Bhattathirippad" userId="3124107035e67ed5" providerId="LiveId" clId="{338A99C5-9E37-4783-82D9-744650CEA251}" dt="2022-02-17T05:12:46.336" v="355" actId="20577"/>
          <ac:spMkLst>
            <pc:docMk/>
            <pc:sldMk cId="2997868964" sldId="294"/>
            <ac:spMk id="15" creationId="{D956D589-D062-43EC-9205-711E82462551}"/>
          </ac:spMkLst>
        </pc:spChg>
        <pc:spChg chg="add mod">
          <ac:chgData name="Raghu Raman Bhattathirippad" userId="3124107035e67ed5" providerId="LiveId" clId="{338A99C5-9E37-4783-82D9-744650CEA251}" dt="2022-02-17T05:12:51.049" v="360" actId="20577"/>
          <ac:spMkLst>
            <pc:docMk/>
            <pc:sldMk cId="2997868964" sldId="294"/>
            <ac:spMk id="16" creationId="{1EB09297-8F7A-4A13-83FF-2AE4943C5882}"/>
          </ac:spMkLst>
        </pc:spChg>
        <pc:spChg chg="add mod">
          <ac:chgData name="Raghu Raman Bhattathirippad" userId="3124107035e67ed5" providerId="LiveId" clId="{338A99C5-9E37-4783-82D9-744650CEA251}" dt="2022-02-17T05:12:54.071" v="365" actId="20577"/>
          <ac:spMkLst>
            <pc:docMk/>
            <pc:sldMk cId="2997868964" sldId="294"/>
            <ac:spMk id="17" creationId="{A0319444-54F3-4E04-A448-B6FD0AEE26F7}"/>
          </ac:spMkLst>
        </pc:spChg>
        <pc:spChg chg="add mod">
          <ac:chgData name="Raghu Raman Bhattathirippad" userId="3124107035e67ed5" providerId="LiveId" clId="{338A99C5-9E37-4783-82D9-744650CEA251}" dt="2022-02-17T05:22:14.529" v="482" actId="20577"/>
          <ac:spMkLst>
            <pc:docMk/>
            <pc:sldMk cId="2997868964" sldId="294"/>
            <ac:spMk id="18" creationId="{1BDF2E12-7C88-42A1-AF22-16B3183A6B94}"/>
          </ac:spMkLst>
        </pc:spChg>
        <pc:spChg chg="add mod">
          <ac:chgData name="Raghu Raman Bhattathirippad" userId="3124107035e67ed5" providerId="LiveId" clId="{338A99C5-9E37-4783-82D9-744650CEA251}" dt="2022-02-17T05:14:18.759" v="432" actId="20577"/>
          <ac:spMkLst>
            <pc:docMk/>
            <pc:sldMk cId="2997868964" sldId="294"/>
            <ac:spMk id="19" creationId="{72AA9828-BFFD-4106-84A3-0AF812CCB3EE}"/>
          </ac:spMkLst>
        </pc:spChg>
        <pc:spChg chg="add mod">
          <ac:chgData name="Raghu Raman Bhattathirippad" userId="3124107035e67ed5" providerId="LiveId" clId="{338A99C5-9E37-4783-82D9-744650CEA251}" dt="2022-02-17T05:15:57.656" v="453" actId="20577"/>
          <ac:spMkLst>
            <pc:docMk/>
            <pc:sldMk cId="2997868964" sldId="294"/>
            <ac:spMk id="27" creationId="{7215124E-7F01-4466-81A5-BAE8041AF7A8}"/>
          </ac:spMkLst>
        </pc:spChg>
        <pc:spChg chg="add mod">
          <ac:chgData name="Raghu Raman Bhattathirippad" userId="3124107035e67ed5" providerId="LiveId" clId="{338A99C5-9E37-4783-82D9-744650CEA251}" dt="2022-02-17T05:16:01.598" v="454" actId="20577"/>
          <ac:spMkLst>
            <pc:docMk/>
            <pc:sldMk cId="2997868964" sldId="294"/>
            <ac:spMk id="28" creationId="{E07FFDEA-A6CB-4F53-B78B-D5F30EF75BCB}"/>
          </ac:spMkLst>
        </pc:spChg>
        <pc:spChg chg="add mod">
          <ac:chgData name="Raghu Raman Bhattathirippad" userId="3124107035e67ed5" providerId="LiveId" clId="{338A99C5-9E37-4783-82D9-744650CEA251}" dt="2022-02-17T05:22:18.137" v="483" actId="1076"/>
          <ac:spMkLst>
            <pc:docMk/>
            <pc:sldMk cId="2997868964" sldId="294"/>
            <ac:spMk id="29" creationId="{F922BF71-1DCA-42F4-9E36-F42D378B2DB0}"/>
          </ac:spMkLst>
        </pc:spChg>
        <pc:spChg chg="add mod">
          <ac:chgData name="Raghu Raman Bhattathirippad" userId="3124107035e67ed5" providerId="LiveId" clId="{338A99C5-9E37-4783-82D9-744650CEA251}" dt="2022-02-17T05:27:16.372" v="491" actId="1076"/>
          <ac:spMkLst>
            <pc:docMk/>
            <pc:sldMk cId="2997868964" sldId="294"/>
            <ac:spMk id="36" creationId="{145AAC7C-46C1-4505-ABB7-9732A43990FE}"/>
          </ac:spMkLst>
        </pc:spChg>
        <pc:spChg chg="add mod">
          <ac:chgData name="Raghu Raman Bhattathirippad" userId="3124107035e67ed5" providerId="LiveId" clId="{338A99C5-9E37-4783-82D9-744650CEA251}" dt="2022-02-17T05:22:26.584" v="487" actId="1076"/>
          <ac:spMkLst>
            <pc:docMk/>
            <pc:sldMk cId="2997868964" sldId="294"/>
            <ac:spMk id="37" creationId="{7FA7C05C-4B0D-438D-ABD0-2925A57BC21C}"/>
          </ac:spMkLst>
        </pc:spChg>
        <pc:spChg chg="add mod">
          <ac:chgData name="Raghu Raman Bhattathirippad" userId="3124107035e67ed5" providerId="LiveId" clId="{338A99C5-9E37-4783-82D9-744650CEA251}" dt="2022-02-17T05:22:32.633" v="489" actId="1076"/>
          <ac:spMkLst>
            <pc:docMk/>
            <pc:sldMk cId="2997868964" sldId="294"/>
            <ac:spMk id="38" creationId="{81E6CC8B-E084-4A94-86FC-F26C6D7539CF}"/>
          </ac:spMkLst>
        </pc:spChg>
        <pc:cxnChg chg="add mod">
          <ac:chgData name="Raghu Raman Bhattathirippad" userId="3124107035e67ed5" providerId="LiveId" clId="{338A99C5-9E37-4783-82D9-744650CEA251}" dt="2022-02-17T05:14:38.730" v="434" actId="13822"/>
          <ac:cxnSpMkLst>
            <pc:docMk/>
            <pc:sldMk cId="2997868964" sldId="294"/>
            <ac:cxnSpMk id="21" creationId="{6FFE8A68-D8E7-4BDD-9C27-8F43CE77018A}"/>
          </ac:cxnSpMkLst>
        </pc:cxnChg>
        <pc:cxnChg chg="add mod">
          <ac:chgData name="Raghu Raman Bhattathirippad" userId="3124107035e67ed5" providerId="LiveId" clId="{338A99C5-9E37-4783-82D9-744650CEA251}" dt="2022-02-17T05:14:48.137" v="438" actId="14100"/>
          <ac:cxnSpMkLst>
            <pc:docMk/>
            <pc:sldMk cId="2997868964" sldId="294"/>
            <ac:cxnSpMk id="22" creationId="{8F7F7255-FAA3-4D4E-B900-2E340A24E5E0}"/>
          </ac:cxnSpMkLst>
        </pc:cxnChg>
        <pc:cxnChg chg="add mod">
          <ac:chgData name="Raghu Raman Bhattathirippad" userId="3124107035e67ed5" providerId="LiveId" clId="{338A99C5-9E37-4783-82D9-744650CEA251}" dt="2022-02-17T05:15:03.340" v="441" actId="14100"/>
          <ac:cxnSpMkLst>
            <pc:docMk/>
            <pc:sldMk cId="2997868964" sldId="294"/>
            <ac:cxnSpMk id="25" creationId="{42C5F473-7B4F-44F9-A868-D2A5E3357BC9}"/>
          </ac:cxnSpMkLst>
        </pc:cxnChg>
        <pc:cxnChg chg="add mod">
          <ac:chgData name="Raghu Raman Bhattathirippad" userId="3124107035e67ed5" providerId="LiveId" clId="{338A99C5-9E37-4783-82D9-744650CEA251}" dt="2022-02-17T05:18:49.495" v="458" actId="14100"/>
          <ac:cxnSpMkLst>
            <pc:docMk/>
            <pc:sldMk cId="2997868964" sldId="294"/>
            <ac:cxnSpMk id="30" creationId="{103C9D3E-05A7-45E6-ACCD-634682E4D38A}"/>
          </ac:cxnSpMkLst>
        </pc:cxnChg>
        <pc:cxnChg chg="add mod">
          <ac:chgData name="Raghu Raman Bhattathirippad" userId="3124107035e67ed5" providerId="LiveId" clId="{338A99C5-9E37-4783-82D9-744650CEA251}" dt="2022-02-17T05:18:56.542" v="461" actId="14100"/>
          <ac:cxnSpMkLst>
            <pc:docMk/>
            <pc:sldMk cId="2997868964" sldId="294"/>
            <ac:cxnSpMk id="32" creationId="{498D6FAD-8345-4FBA-9102-E07A1387D8AD}"/>
          </ac:cxnSpMkLst>
        </pc:cxnChg>
        <pc:cxnChg chg="add mod">
          <ac:chgData name="Raghu Raman Bhattathirippad" userId="3124107035e67ed5" providerId="LiveId" clId="{338A99C5-9E37-4783-82D9-744650CEA251}" dt="2022-02-17T05:19:03.416" v="464" actId="14100"/>
          <ac:cxnSpMkLst>
            <pc:docMk/>
            <pc:sldMk cId="2997868964" sldId="294"/>
            <ac:cxnSpMk id="34" creationId="{D672142C-0718-4124-9E1B-CB9A770B8A6C}"/>
          </ac:cxnSpMkLst>
        </pc:cxnChg>
      </pc:sldChg>
    </pc:docChg>
  </pc:docChgLst>
  <pc:docChgLst>
    <pc:chgData name="Raghu Raman Bhattathirippad" userId="3124107035e67ed5" providerId="LiveId" clId="{5FADBB03-C24C-42E3-82CC-606ACF9706F9}"/>
    <pc:docChg chg="modSld">
      <pc:chgData name="Raghu Raman Bhattathirippad" userId="3124107035e67ed5" providerId="LiveId" clId="{5FADBB03-C24C-42E3-82CC-606ACF9706F9}" dt="2023-10-12T08:40:33.399" v="4" actId="1076"/>
      <pc:docMkLst>
        <pc:docMk/>
      </pc:docMkLst>
      <pc:sldChg chg="addSp modSp mod">
        <pc:chgData name="Raghu Raman Bhattathirippad" userId="3124107035e67ed5" providerId="LiveId" clId="{5FADBB03-C24C-42E3-82CC-606ACF9706F9}" dt="2023-10-12T08:40:33.399" v="4" actId="1076"/>
        <pc:sldMkLst>
          <pc:docMk/>
          <pc:sldMk cId="1685887719" sldId="296"/>
        </pc:sldMkLst>
        <pc:spChg chg="add mod">
          <ac:chgData name="Raghu Raman Bhattathirippad" userId="3124107035e67ed5" providerId="LiveId" clId="{5FADBB03-C24C-42E3-82CC-606ACF9706F9}" dt="2023-10-12T08:40:28.126" v="2" actId="1076"/>
          <ac:spMkLst>
            <pc:docMk/>
            <pc:sldMk cId="1685887719" sldId="296"/>
            <ac:spMk id="4" creationId="{EB5127CA-87A4-B438-A9AE-CDD4EDEBCA82}"/>
          </ac:spMkLst>
        </pc:spChg>
        <pc:spChg chg="mod">
          <ac:chgData name="Raghu Raman Bhattathirippad" userId="3124107035e67ed5" providerId="LiveId" clId="{5FADBB03-C24C-42E3-82CC-606ACF9706F9}" dt="2023-10-12T08:40:21.957" v="0" actId="1076"/>
          <ac:spMkLst>
            <pc:docMk/>
            <pc:sldMk cId="1685887719" sldId="296"/>
            <ac:spMk id="8" creationId="{F4155131-1C40-424F-B09F-D189A6F15061}"/>
          </ac:spMkLst>
        </pc:spChg>
        <pc:cxnChg chg="add mod">
          <ac:chgData name="Raghu Raman Bhattathirippad" userId="3124107035e67ed5" providerId="LiveId" clId="{5FADBB03-C24C-42E3-82CC-606ACF9706F9}" dt="2023-10-12T08:40:33.399" v="4" actId="1076"/>
          <ac:cxnSpMkLst>
            <pc:docMk/>
            <pc:sldMk cId="1685887719" sldId="296"/>
            <ac:cxnSpMk id="12" creationId="{26139318-3569-4327-E3FF-F9D2F883AC58}"/>
          </ac:cxnSpMkLst>
        </pc:cxnChg>
        <pc:cxnChg chg="mod">
          <ac:chgData name="Raghu Raman Bhattathirippad" userId="3124107035e67ed5" providerId="LiveId" clId="{5FADBB03-C24C-42E3-82CC-606ACF9706F9}" dt="2023-10-12T08:40:21.957" v="0" actId="1076"/>
          <ac:cxnSpMkLst>
            <pc:docMk/>
            <pc:sldMk cId="1685887719" sldId="296"/>
            <ac:cxnSpMk id="21" creationId="{6FFE8A68-D8E7-4BDD-9C27-8F43CE77018A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" name="Google Shape;3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" name="Google Shape;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 created internally</a:t>
            </a:r>
            <a:endParaRPr/>
          </a:p>
        </p:txBody>
      </p:sp>
      <p:sp>
        <p:nvSpPr>
          <p:cNvPr id="52" name="Google Shape;5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 – created internally </a:t>
            </a:r>
            <a:endParaRPr/>
          </a:p>
        </p:txBody>
      </p:sp>
      <p:sp>
        <p:nvSpPr>
          <p:cNvPr id="59" name="Google Shape;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 – created internally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 – created internally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 – created internally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 – created internally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 created internally</a:t>
            </a:r>
            <a:endParaRPr/>
          </a:p>
        </p:txBody>
      </p:sp>
      <p:sp>
        <p:nvSpPr>
          <p:cNvPr id="145" name="Google Shape;14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Source- created internally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Source- created internally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132967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Source-https://kafka.apache.org/081/documentation.html</a:t>
            </a:r>
            <a:endParaRPr/>
          </a:p>
        </p:txBody>
      </p:sp>
      <p:sp>
        <p:nvSpPr>
          <p:cNvPr id="170" name="Google Shape;17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/>
              <a:t>Source- created internally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 created internally</a:t>
            </a:r>
            <a:endParaRPr/>
          </a:p>
        </p:txBody>
      </p:sp>
      <p:sp>
        <p:nvSpPr>
          <p:cNvPr id="194" name="Google Shape;19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 created internally</a:t>
            </a:r>
            <a:endParaRPr/>
          </a:p>
        </p:txBody>
      </p:sp>
      <p:sp>
        <p:nvSpPr>
          <p:cNvPr id="202" name="Google Shape;20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 created internally</a:t>
            </a:r>
            <a:endParaRPr/>
          </a:p>
        </p:txBody>
      </p:sp>
      <p:sp>
        <p:nvSpPr>
          <p:cNvPr id="210" name="Google Shape;21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Source- created internally</a:t>
            </a:r>
            <a:endParaRPr/>
          </a:p>
        </p:txBody>
      </p:sp>
      <p:sp>
        <p:nvSpPr>
          <p:cNvPr id="232" name="Google Shape;23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8" name="Google Shape;338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0" name="Google Shape;39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7" name="Google Shape;39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1" name="Google Shape;4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8" name="Google Shape;41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10c6b8cf07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g10c6b8cf07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226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cxnSp>
        <p:nvCxnSpPr>
          <p:cNvPr id="19" name="Google Shape;19;p13"/>
          <p:cNvCxnSpPr/>
          <p:nvPr/>
        </p:nvCxnSpPr>
        <p:spPr>
          <a:xfrm>
            <a:off x="622300" y="1143000"/>
            <a:ext cx="10947400" cy="0"/>
          </a:xfrm>
          <a:prstGeom prst="straightConnector1">
            <a:avLst/>
          </a:prstGeom>
          <a:noFill/>
          <a:ln w="28575" cap="flat" cmpd="sng">
            <a:solidFill>
              <a:srgbClr val="095A8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95A8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1"/>
          <p:cNvSpPr txBox="1"/>
          <p:nvPr/>
        </p:nvSpPr>
        <p:spPr>
          <a:xfrm>
            <a:off x="0" y="0"/>
            <a:ext cx="508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1"/>
          <p:cNvSpPr txBox="1"/>
          <p:nvPr/>
        </p:nvSpPr>
        <p:spPr>
          <a:xfrm>
            <a:off x="0" y="685800"/>
            <a:ext cx="508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3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6"/>
          <p:cNvSpPr txBox="1"/>
          <p:nvPr/>
        </p:nvSpPr>
        <p:spPr>
          <a:xfrm>
            <a:off x="1713470" y="2068829"/>
            <a:ext cx="8756822" cy="2720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4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Overview of Apache Kafka</a:t>
            </a:r>
            <a:endParaRPr sz="44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AC0F9-EB87-4C9F-8B1C-E295821B4E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A15554-CD43-40AA-8F4C-35673B4CB08F}"/>
              </a:ext>
            </a:extLst>
          </p:cNvPr>
          <p:cNvSpPr/>
          <p:nvPr/>
        </p:nvSpPr>
        <p:spPr>
          <a:xfrm>
            <a:off x="1804086" y="957649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7F4DD-175E-48D6-A7F7-839330CE5BA5}"/>
              </a:ext>
            </a:extLst>
          </p:cNvPr>
          <p:cNvSpPr/>
          <p:nvPr/>
        </p:nvSpPr>
        <p:spPr>
          <a:xfrm>
            <a:off x="3840891" y="957648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92009-75CD-4126-9B8D-22EAC735D39F}"/>
              </a:ext>
            </a:extLst>
          </p:cNvPr>
          <p:cNvSpPr/>
          <p:nvPr/>
        </p:nvSpPr>
        <p:spPr>
          <a:xfrm>
            <a:off x="5877697" y="957648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Chat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A13F8-77FD-4938-A184-73E08FB05678}"/>
              </a:ext>
            </a:extLst>
          </p:cNvPr>
          <p:cNvSpPr/>
          <p:nvPr/>
        </p:nvSpPr>
        <p:spPr>
          <a:xfrm>
            <a:off x="8095737" y="957647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Media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E45A47-0CEB-4607-8ED5-E3ED84C6C476}"/>
              </a:ext>
            </a:extLst>
          </p:cNvPr>
          <p:cNvSpPr/>
          <p:nvPr/>
        </p:nvSpPr>
        <p:spPr>
          <a:xfrm>
            <a:off x="1561070" y="4693509"/>
            <a:ext cx="2726724" cy="15157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Spark</a:t>
            </a:r>
          </a:p>
          <a:p>
            <a:pPr algn="ctr"/>
            <a:r>
              <a:rPr lang="en-IN" dirty="0"/>
              <a:t>Streaming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0010BF5-BDE1-48DF-B144-BAA56035B570}"/>
              </a:ext>
            </a:extLst>
          </p:cNvPr>
          <p:cNvCxnSpPr>
            <a:stCxn id="12" idx="0"/>
            <a:endCxn id="8" idx="2"/>
          </p:cNvCxnSpPr>
          <p:nvPr/>
        </p:nvCxnSpPr>
        <p:spPr>
          <a:xfrm flipH="1" flipV="1">
            <a:off x="2499154" y="2316892"/>
            <a:ext cx="425278" cy="237661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0E232A-5BF0-4FF5-93B8-79B2113399E9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2924432" y="2240691"/>
            <a:ext cx="1611527" cy="245281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BEDB7B-3FE3-46E0-BAF4-31F59F464497}"/>
              </a:ext>
            </a:extLst>
          </p:cNvPr>
          <p:cNvCxnSpPr>
            <a:cxnSpLocks/>
            <a:stCxn id="12" idx="0"/>
            <a:endCxn id="10" idx="2"/>
          </p:cNvCxnSpPr>
          <p:nvPr/>
        </p:nvCxnSpPr>
        <p:spPr>
          <a:xfrm flipV="1">
            <a:off x="2924432" y="2316891"/>
            <a:ext cx="3648333" cy="237661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230FE3-75DD-4B5A-AC40-3093C486DE0F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2924432" y="2316890"/>
            <a:ext cx="5866373" cy="237661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091E2A-C559-4356-B6F9-8903AEB607E0}"/>
              </a:ext>
            </a:extLst>
          </p:cNvPr>
          <p:cNvSpPr/>
          <p:nvPr/>
        </p:nvSpPr>
        <p:spPr>
          <a:xfrm>
            <a:off x="4541109" y="4693508"/>
            <a:ext cx="2726724" cy="15157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Security</a:t>
            </a:r>
          </a:p>
          <a:p>
            <a:pPr algn="ctr"/>
            <a:r>
              <a:rPr lang="en-IN" dirty="0"/>
              <a:t>System</a:t>
            </a:r>
            <a:endParaRPr lang="en-GB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ADE62D-ADCD-4D70-9DFC-34ED9D015499}"/>
              </a:ext>
            </a:extLst>
          </p:cNvPr>
          <p:cNvCxnSpPr>
            <a:cxnSpLocks/>
          </p:cNvCxnSpPr>
          <p:nvPr/>
        </p:nvCxnSpPr>
        <p:spPr>
          <a:xfrm flipH="1" flipV="1">
            <a:off x="2706127" y="2316889"/>
            <a:ext cx="3151491" cy="237661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055947-91C8-44A7-AA9F-5B7DE14548CD}"/>
              </a:ext>
            </a:extLst>
          </p:cNvPr>
          <p:cNvCxnSpPr>
            <a:cxnSpLocks/>
            <a:endCxn id="9" idx="2"/>
          </p:cNvCxnSpPr>
          <p:nvPr/>
        </p:nvCxnSpPr>
        <p:spPr>
          <a:xfrm flipH="1" flipV="1">
            <a:off x="4535959" y="2316891"/>
            <a:ext cx="1223578" cy="229217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9D04197-3A35-4DF7-8EED-E9DFBFFFF844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5857618" y="2316891"/>
            <a:ext cx="715147" cy="222421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3B80ACA-0202-494F-B397-F02F86991D8B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5800082" y="2316890"/>
            <a:ext cx="2990723" cy="22921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CFB71C2-9B98-4DEE-8FEA-A93677427578}"/>
              </a:ext>
            </a:extLst>
          </p:cNvPr>
          <p:cNvSpPr/>
          <p:nvPr/>
        </p:nvSpPr>
        <p:spPr>
          <a:xfrm>
            <a:off x="7645748" y="4693508"/>
            <a:ext cx="2726724" cy="15157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 Tool</a:t>
            </a:r>
            <a:endParaRPr lang="en-GB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5FD997A-FE0A-4F6B-AC8F-56B8CE150794}"/>
              </a:ext>
            </a:extLst>
          </p:cNvPr>
          <p:cNvCxnSpPr>
            <a:cxnSpLocks/>
          </p:cNvCxnSpPr>
          <p:nvPr/>
        </p:nvCxnSpPr>
        <p:spPr>
          <a:xfrm flipH="1" flipV="1">
            <a:off x="3035383" y="2274671"/>
            <a:ext cx="5941031" cy="241883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8E38CF4-91CE-4E0F-8E30-0E33B3F4594A}"/>
              </a:ext>
            </a:extLst>
          </p:cNvPr>
          <p:cNvCxnSpPr>
            <a:cxnSpLocks/>
          </p:cNvCxnSpPr>
          <p:nvPr/>
        </p:nvCxnSpPr>
        <p:spPr>
          <a:xfrm flipH="1" flipV="1">
            <a:off x="4748598" y="2350870"/>
            <a:ext cx="4042207" cy="225820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8658322-71FB-4F77-AF78-8335E74AF38D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6551274" y="2424495"/>
            <a:ext cx="2457836" cy="226901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0CE56B-D78F-4E9E-8181-4B0A8D3AB79F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8831350" y="2350870"/>
            <a:ext cx="177760" cy="2342638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9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AC0F9-EB87-4C9F-8B1C-E295821B4E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A15554-CD43-40AA-8F4C-35673B4CB08F}"/>
              </a:ext>
            </a:extLst>
          </p:cNvPr>
          <p:cNvSpPr/>
          <p:nvPr/>
        </p:nvSpPr>
        <p:spPr>
          <a:xfrm>
            <a:off x="1804086" y="957649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7F4DD-175E-48D6-A7F7-839330CE5BA5}"/>
              </a:ext>
            </a:extLst>
          </p:cNvPr>
          <p:cNvSpPr/>
          <p:nvPr/>
        </p:nvSpPr>
        <p:spPr>
          <a:xfrm>
            <a:off x="3840891" y="957648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192009-75CD-4126-9B8D-22EAC735D39F}"/>
              </a:ext>
            </a:extLst>
          </p:cNvPr>
          <p:cNvSpPr/>
          <p:nvPr/>
        </p:nvSpPr>
        <p:spPr>
          <a:xfrm>
            <a:off x="5877697" y="957648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Chat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A13F8-77FD-4938-A184-73E08FB05678}"/>
              </a:ext>
            </a:extLst>
          </p:cNvPr>
          <p:cNvSpPr/>
          <p:nvPr/>
        </p:nvSpPr>
        <p:spPr>
          <a:xfrm>
            <a:off x="8095737" y="957647"/>
            <a:ext cx="1390136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Media</a:t>
            </a:r>
          </a:p>
          <a:p>
            <a:pPr algn="ctr"/>
            <a:r>
              <a:rPr lang="en-IN" dirty="0"/>
              <a:t>Server</a:t>
            </a:r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E45A47-0CEB-4607-8ED5-E3ED84C6C476}"/>
              </a:ext>
            </a:extLst>
          </p:cNvPr>
          <p:cNvSpPr/>
          <p:nvPr/>
        </p:nvSpPr>
        <p:spPr>
          <a:xfrm>
            <a:off x="1561070" y="4693509"/>
            <a:ext cx="2726724" cy="15157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Spark</a:t>
            </a:r>
          </a:p>
          <a:p>
            <a:pPr algn="ctr"/>
            <a:r>
              <a:rPr lang="en-IN" dirty="0"/>
              <a:t>Streaming</a:t>
            </a:r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091E2A-C559-4356-B6F9-8903AEB607E0}"/>
              </a:ext>
            </a:extLst>
          </p:cNvPr>
          <p:cNvSpPr/>
          <p:nvPr/>
        </p:nvSpPr>
        <p:spPr>
          <a:xfrm>
            <a:off x="4541109" y="4693508"/>
            <a:ext cx="2726724" cy="15157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Security</a:t>
            </a:r>
          </a:p>
          <a:p>
            <a:pPr algn="ctr"/>
            <a:r>
              <a:rPr lang="en-IN" dirty="0"/>
              <a:t>System</a:t>
            </a:r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FB71C2-9B98-4DEE-8FEA-A93677427578}"/>
              </a:ext>
            </a:extLst>
          </p:cNvPr>
          <p:cNvSpPr/>
          <p:nvPr/>
        </p:nvSpPr>
        <p:spPr>
          <a:xfrm>
            <a:off x="7645748" y="4693508"/>
            <a:ext cx="2726724" cy="15157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Visualization Tool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42A88D-2F91-4B14-8EEE-3052DCFC86EC}"/>
              </a:ext>
            </a:extLst>
          </p:cNvPr>
          <p:cNvSpPr/>
          <p:nvPr/>
        </p:nvSpPr>
        <p:spPr>
          <a:xfrm>
            <a:off x="2080052" y="2749378"/>
            <a:ext cx="7162801" cy="1359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Kafka Cluster</a:t>
            </a:r>
            <a:endParaRPr lang="en-GB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61F0C15-574E-44FF-8D52-46AE629E5E22}"/>
              </a:ext>
            </a:extLst>
          </p:cNvPr>
          <p:cNvCxnSpPr>
            <a:stCxn id="8" idx="2"/>
          </p:cNvCxnSpPr>
          <p:nvPr/>
        </p:nvCxnSpPr>
        <p:spPr>
          <a:xfrm>
            <a:off x="2499154" y="2316892"/>
            <a:ext cx="509716" cy="432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792A08-5035-4782-ABE8-49A497F458FC}"/>
              </a:ext>
            </a:extLst>
          </p:cNvPr>
          <p:cNvCxnSpPr/>
          <p:nvPr/>
        </p:nvCxnSpPr>
        <p:spPr>
          <a:xfrm>
            <a:off x="4535959" y="2316890"/>
            <a:ext cx="509716" cy="432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F81DE7-A440-435A-B69D-17A39523577C}"/>
              </a:ext>
            </a:extLst>
          </p:cNvPr>
          <p:cNvCxnSpPr/>
          <p:nvPr/>
        </p:nvCxnSpPr>
        <p:spPr>
          <a:xfrm>
            <a:off x="6527973" y="2316890"/>
            <a:ext cx="509716" cy="432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4D01AAD-D973-49ED-BBA6-065A4E898FAE}"/>
              </a:ext>
            </a:extLst>
          </p:cNvPr>
          <p:cNvCxnSpPr/>
          <p:nvPr/>
        </p:nvCxnSpPr>
        <p:spPr>
          <a:xfrm>
            <a:off x="8593351" y="2316890"/>
            <a:ext cx="509716" cy="432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91F110-C2A6-440E-B47D-03624EB39A59}"/>
              </a:ext>
            </a:extLst>
          </p:cNvPr>
          <p:cNvCxnSpPr>
            <a:cxnSpLocks/>
          </p:cNvCxnSpPr>
          <p:nvPr/>
        </p:nvCxnSpPr>
        <p:spPr>
          <a:xfrm flipV="1">
            <a:off x="2916582" y="4108621"/>
            <a:ext cx="277640" cy="584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174CF7-6051-4A87-BA4A-D10D9B0B6976}"/>
              </a:ext>
            </a:extLst>
          </p:cNvPr>
          <p:cNvCxnSpPr>
            <a:cxnSpLocks/>
          </p:cNvCxnSpPr>
          <p:nvPr/>
        </p:nvCxnSpPr>
        <p:spPr>
          <a:xfrm flipV="1">
            <a:off x="5738877" y="4108620"/>
            <a:ext cx="277640" cy="584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5894DEC-D876-4EDF-B07E-34C01B6B59FE}"/>
              </a:ext>
            </a:extLst>
          </p:cNvPr>
          <p:cNvCxnSpPr>
            <a:cxnSpLocks/>
          </p:cNvCxnSpPr>
          <p:nvPr/>
        </p:nvCxnSpPr>
        <p:spPr>
          <a:xfrm flipV="1">
            <a:off x="8454531" y="4108619"/>
            <a:ext cx="277640" cy="584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1AC1525-07A0-43F3-AAA7-CFBE00B60562}"/>
              </a:ext>
            </a:extLst>
          </p:cNvPr>
          <p:cNvSpPr txBox="1"/>
          <p:nvPr/>
        </p:nvSpPr>
        <p:spPr>
          <a:xfrm>
            <a:off x="9681519" y="1575486"/>
            <a:ext cx="1451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Producers</a:t>
            </a:r>
            <a:endParaRPr lang="en-GB" sz="1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2B8165-D0D4-471A-8B93-65F77BA2BC01}"/>
              </a:ext>
            </a:extLst>
          </p:cNvPr>
          <p:cNvSpPr txBox="1"/>
          <p:nvPr/>
        </p:nvSpPr>
        <p:spPr>
          <a:xfrm>
            <a:off x="10507362" y="5379308"/>
            <a:ext cx="1451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Consumers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320719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7"/>
          <p:cNvSpPr txBox="1"/>
          <p:nvPr/>
        </p:nvSpPr>
        <p:spPr>
          <a:xfrm>
            <a:off x="711200" y="412955"/>
            <a:ext cx="10058400" cy="687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Agenda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" name="Google Shape;42;p17"/>
          <p:cNvSpPr txBox="1"/>
          <p:nvPr/>
        </p:nvSpPr>
        <p:spPr>
          <a:xfrm>
            <a:off x="533400" y="1100388"/>
            <a:ext cx="8176260" cy="441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Kafka?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Understand the need of Kafka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 Kafka Architecture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Describe Kafka Workflow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Configure Kafka Cluster 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Perform Basic Topic Operations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Understand Performance Tuning in Kafka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Learn Applications of Kafka</a:t>
            </a:r>
            <a:endParaRPr/>
          </a:p>
          <a:p>
            <a:pPr marL="457200" marR="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venir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Integrate Apache Flume with Apache Kafka</a:t>
            </a: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1917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66666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8"/>
          <p:cNvSpPr txBox="1"/>
          <p:nvPr/>
        </p:nvSpPr>
        <p:spPr>
          <a:xfrm>
            <a:off x="487680" y="1402687"/>
            <a:ext cx="11262360" cy="387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Apache Kafka is an open-source, distributed, and publish-subscribe messaging system that maintains and manages a stream of real-time data from different applications, websites, different databases, etc.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2011, Apache Kafka became an open sourced Apache project, and in 2012, it was made a first-class Apache project.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Scala and Java are the languages used by Kafka.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delivers high performance, scalability, durability, fault tolerance, and a distributed computing experience by design.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Streaming applications and real-time pipelines can be built using Kafka.</a:t>
            </a: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1917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" name="Google Shape;49;p18"/>
          <p:cNvSpPr txBox="1"/>
          <p:nvPr/>
        </p:nvSpPr>
        <p:spPr>
          <a:xfrm>
            <a:off x="579950" y="250974"/>
            <a:ext cx="9934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Kafka?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9"/>
          <p:cNvSpPr txBox="1"/>
          <p:nvPr/>
        </p:nvSpPr>
        <p:spPr>
          <a:xfrm>
            <a:off x="671400" y="250973"/>
            <a:ext cx="9934800" cy="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Need for Kafka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" name="Google Shape;56;p19"/>
          <p:cNvSpPr txBox="1"/>
          <p:nvPr/>
        </p:nvSpPr>
        <p:spPr>
          <a:xfrm>
            <a:off x="601980" y="1242667"/>
            <a:ext cx="10529120" cy="4243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Industry today is becoming more and more dependent on real-time data that must be processed in real time. For Example: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from sensors that can be used to predict a system failure in advance.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Economic data that is based on preliminary estimates and is frequently updated for better estimates.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Organizations can host websites or applications on multiple servers, like Web and Application Servers, at the front and back ends.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result, we will need multiple data pipelines to connect all of these servers to the database servers.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Organizations can host websites or applications on multiple servers, like Web and Application Servers, at the front and back ends 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1917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0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0"/>
          <p:cNvSpPr txBox="1"/>
          <p:nvPr/>
        </p:nvSpPr>
        <p:spPr>
          <a:xfrm>
            <a:off x="731520" y="337626"/>
            <a:ext cx="9737520" cy="70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Need for Kafka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" name="Google Shape;63;p20"/>
          <p:cNvSpPr txBox="1"/>
          <p:nvPr/>
        </p:nvSpPr>
        <p:spPr>
          <a:xfrm>
            <a:off x="534240" y="1272594"/>
            <a:ext cx="11086260" cy="3207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 the increase in the number of systems, it is evident that data pipelines are becoming more complex.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flow will be more complicated with the addition of a new system or server.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Since these data pipelines have different requirements, managing them becomes extremely challenging. In such cases, it is hard to add or remove pipelines.</a:t>
            </a: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4" name="Google Shape;6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82017" y="3643533"/>
            <a:ext cx="6991645" cy="3052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1"/>
          <p:cNvSpPr txBox="1"/>
          <p:nvPr/>
        </p:nvSpPr>
        <p:spPr>
          <a:xfrm>
            <a:off x="671400" y="224657"/>
            <a:ext cx="9934800" cy="93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Decouples Data Pipelines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21"/>
          <p:cNvSpPr txBox="1"/>
          <p:nvPr/>
        </p:nvSpPr>
        <p:spPr>
          <a:xfrm>
            <a:off x="480060" y="1451331"/>
            <a:ext cx="11464298" cy="2137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allows the communication between systems to be simplified and manageable by decoupling data pipelines between systems.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Apache Kafka reduces the complexity of data pipelines.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is useful for establishing asynchronous communication and sending messages. 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2" name="Google Shape;7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6655" y="3525001"/>
            <a:ext cx="5624047" cy="310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CAF97-C88C-4485-9AC8-05E13693F7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155131-1C40-424F-B09F-D189A6F15061}"/>
              </a:ext>
            </a:extLst>
          </p:cNvPr>
          <p:cNvSpPr/>
          <p:nvPr/>
        </p:nvSpPr>
        <p:spPr>
          <a:xfrm>
            <a:off x="2570205" y="432486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Server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8E3B80-1349-432B-A0C5-BFEA8BDF9DA3}"/>
              </a:ext>
            </a:extLst>
          </p:cNvPr>
          <p:cNvSpPr/>
          <p:nvPr/>
        </p:nvSpPr>
        <p:spPr>
          <a:xfrm>
            <a:off x="426308" y="1872050"/>
            <a:ext cx="10237573" cy="27493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F157E1-39CA-40F8-B904-BDD81A1377F8}"/>
              </a:ext>
            </a:extLst>
          </p:cNvPr>
          <p:cNvSpPr/>
          <p:nvPr/>
        </p:nvSpPr>
        <p:spPr>
          <a:xfrm>
            <a:off x="2570205" y="5231885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Spark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EF67F7-9E2C-44B4-8342-4B76223D7C4D}"/>
              </a:ext>
            </a:extLst>
          </p:cNvPr>
          <p:cNvSpPr/>
          <p:nvPr/>
        </p:nvSpPr>
        <p:spPr>
          <a:xfrm>
            <a:off x="797011" y="2477529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Broker-0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56D589-D062-43EC-9205-711E82462551}"/>
              </a:ext>
            </a:extLst>
          </p:cNvPr>
          <p:cNvSpPr/>
          <p:nvPr/>
        </p:nvSpPr>
        <p:spPr>
          <a:xfrm>
            <a:off x="3411495" y="2483707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Broker-1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09297-8F7A-4A13-83FF-2AE4943C5882}"/>
              </a:ext>
            </a:extLst>
          </p:cNvPr>
          <p:cNvSpPr/>
          <p:nvPr/>
        </p:nvSpPr>
        <p:spPr>
          <a:xfrm>
            <a:off x="6036791" y="2446637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Broker-2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19444-54F3-4E04-A448-B6FD0AEE26F7}"/>
              </a:ext>
            </a:extLst>
          </p:cNvPr>
          <p:cNvSpPr/>
          <p:nvPr/>
        </p:nvSpPr>
        <p:spPr>
          <a:xfrm>
            <a:off x="8554995" y="2446637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Broker-3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F2E12-7C88-42A1-AF22-16B3183A6B94}"/>
              </a:ext>
            </a:extLst>
          </p:cNvPr>
          <p:cNvSpPr txBox="1"/>
          <p:nvPr/>
        </p:nvSpPr>
        <p:spPr>
          <a:xfrm>
            <a:off x="300682" y="5693378"/>
            <a:ext cx="289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Topic: Web</a:t>
            </a:r>
          </a:p>
          <a:p>
            <a:r>
              <a:rPr lang="en-IN" sz="1600" dirty="0"/>
              <a:t>Partitions = 3</a:t>
            </a:r>
          </a:p>
          <a:p>
            <a:r>
              <a:rPr lang="en-IN" sz="1600" dirty="0"/>
              <a:t>Replication = 2</a:t>
            </a:r>
            <a:endParaRPr lang="en-GB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AA9828-BFFD-4106-84A3-0AF812CCB3EE}"/>
              </a:ext>
            </a:extLst>
          </p:cNvPr>
          <p:cNvSpPr txBox="1"/>
          <p:nvPr/>
        </p:nvSpPr>
        <p:spPr>
          <a:xfrm>
            <a:off x="855019" y="694096"/>
            <a:ext cx="255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</a:t>
            </a:r>
          </a:p>
          <a:p>
            <a:r>
              <a:rPr lang="en-IN" dirty="0"/>
              <a:t>ABCDEFGH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FE8A68-D8E7-4BDD-9C27-8F43CE77018A}"/>
              </a:ext>
            </a:extLst>
          </p:cNvPr>
          <p:cNvCxnSpPr>
            <a:stCxn id="8" idx="2"/>
          </p:cNvCxnSpPr>
          <p:nvPr/>
        </p:nvCxnSpPr>
        <p:spPr>
          <a:xfrm flipH="1">
            <a:off x="1872049" y="1556951"/>
            <a:ext cx="1436473" cy="889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F7F7255-FAA3-4D4E-B900-2E340A24E5E0}"/>
              </a:ext>
            </a:extLst>
          </p:cNvPr>
          <p:cNvCxnSpPr>
            <a:cxnSpLocks/>
          </p:cNvCxnSpPr>
          <p:nvPr/>
        </p:nvCxnSpPr>
        <p:spPr>
          <a:xfrm>
            <a:off x="3411495" y="1544591"/>
            <a:ext cx="910281" cy="9020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2C5F473-7B4F-44F9-A868-D2A5E3357BC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308522" y="1556951"/>
            <a:ext cx="3819782" cy="9267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15124E-7F01-4466-81A5-BAE8041AF7A8}"/>
              </a:ext>
            </a:extLst>
          </p:cNvPr>
          <p:cNvSpPr/>
          <p:nvPr/>
        </p:nvSpPr>
        <p:spPr>
          <a:xfrm>
            <a:off x="1279613" y="2669056"/>
            <a:ext cx="932246" cy="4819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ADG</a:t>
            </a:r>
            <a:endParaRPr lang="en-GB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7FFDEA-A6CB-4F53-B78B-D5F30EF75BCB}"/>
              </a:ext>
            </a:extLst>
          </p:cNvPr>
          <p:cNvSpPr/>
          <p:nvPr/>
        </p:nvSpPr>
        <p:spPr>
          <a:xfrm>
            <a:off x="3866635" y="2640649"/>
            <a:ext cx="932246" cy="4819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BEH</a:t>
            </a:r>
            <a:endParaRPr lang="en-GB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922BF71-1DCA-42F4-9E36-F42D378B2DB0}"/>
              </a:ext>
            </a:extLst>
          </p:cNvPr>
          <p:cNvSpPr/>
          <p:nvPr/>
        </p:nvSpPr>
        <p:spPr>
          <a:xfrm>
            <a:off x="6751597" y="2625802"/>
            <a:ext cx="932246" cy="4819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CFI</a:t>
            </a:r>
            <a:endParaRPr lang="en-GB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03C9D3E-05A7-45E6-ACCD-634682E4D38A}"/>
              </a:ext>
            </a:extLst>
          </p:cNvPr>
          <p:cNvCxnSpPr>
            <a:cxnSpLocks/>
            <a:endCxn id="27" idx="2"/>
          </p:cNvCxnSpPr>
          <p:nvPr/>
        </p:nvCxnSpPr>
        <p:spPr>
          <a:xfrm flipH="1" flipV="1">
            <a:off x="1745736" y="3150973"/>
            <a:ext cx="1488645" cy="20604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8D6FAD-8345-4FBA-9102-E07A1387D8AD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308522" y="3122566"/>
            <a:ext cx="972065" cy="21093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672142C-0718-4124-9E1B-CB9A770B8A6C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308522" y="3058292"/>
            <a:ext cx="3956224" cy="2173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45AAC7C-46C1-4505-ABB7-9732A43990FE}"/>
              </a:ext>
            </a:extLst>
          </p:cNvPr>
          <p:cNvSpPr/>
          <p:nvPr/>
        </p:nvSpPr>
        <p:spPr>
          <a:xfrm>
            <a:off x="888237" y="3260800"/>
            <a:ext cx="932246" cy="4819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CFI</a:t>
            </a:r>
            <a:endParaRPr lang="en-GB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FA7C05C-4B0D-438D-ABD0-2925A57BC21C}"/>
              </a:ext>
            </a:extLst>
          </p:cNvPr>
          <p:cNvSpPr/>
          <p:nvPr/>
        </p:nvSpPr>
        <p:spPr>
          <a:xfrm>
            <a:off x="7100767" y="3299250"/>
            <a:ext cx="932246" cy="4819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BEH</a:t>
            </a:r>
            <a:endParaRPr lang="en-GB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1E6CC8B-E084-4A94-86FC-F26C6D7539CF}"/>
              </a:ext>
            </a:extLst>
          </p:cNvPr>
          <p:cNvSpPr/>
          <p:nvPr/>
        </p:nvSpPr>
        <p:spPr>
          <a:xfrm>
            <a:off x="4374297" y="3273155"/>
            <a:ext cx="932246" cy="4819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ADG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6930AE-BD33-717F-F3AE-0D1D176EDEFB}"/>
              </a:ext>
            </a:extLst>
          </p:cNvPr>
          <p:cNvSpPr/>
          <p:nvPr/>
        </p:nvSpPr>
        <p:spPr>
          <a:xfrm>
            <a:off x="6828573" y="404685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Chat Server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868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CAF97-C88C-4485-9AC8-05E13693F7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155131-1C40-424F-B09F-D189A6F15061}"/>
              </a:ext>
            </a:extLst>
          </p:cNvPr>
          <p:cNvSpPr/>
          <p:nvPr/>
        </p:nvSpPr>
        <p:spPr>
          <a:xfrm>
            <a:off x="1977769" y="371901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Server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318CB-0BCB-48F9-8D25-01355B809771}"/>
              </a:ext>
            </a:extLst>
          </p:cNvPr>
          <p:cNvSpPr/>
          <p:nvPr/>
        </p:nvSpPr>
        <p:spPr>
          <a:xfrm>
            <a:off x="6668531" y="432486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Chat Server</a:t>
            </a:r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8E3B80-1349-432B-A0C5-BFEA8BDF9DA3}"/>
              </a:ext>
            </a:extLst>
          </p:cNvPr>
          <p:cNvSpPr/>
          <p:nvPr/>
        </p:nvSpPr>
        <p:spPr>
          <a:xfrm>
            <a:off x="426308" y="1872050"/>
            <a:ext cx="10237573" cy="27493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B25EE4-E831-4C40-84B7-B52C8051ED08}"/>
              </a:ext>
            </a:extLst>
          </p:cNvPr>
          <p:cNvSpPr/>
          <p:nvPr/>
        </p:nvSpPr>
        <p:spPr>
          <a:xfrm>
            <a:off x="1059591" y="5339377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Security System</a:t>
            </a:r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EF67F7-9E2C-44B4-8342-4B76223D7C4D}"/>
              </a:ext>
            </a:extLst>
          </p:cNvPr>
          <p:cNvSpPr/>
          <p:nvPr/>
        </p:nvSpPr>
        <p:spPr>
          <a:xfrm>
            <a:off x="797011" y="2477529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Broker-0</a:t>
            </a:r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56D589-D062-43EC-9205-711E82462551}"/>
              </a:ext>
            </a:extLst>
          </p:cNvPr>
          <p:cNvSpPr/>
          <p:nvPr/>
        </p:nvSpPr>
        <p:spPr>
          <a:xfrm>
            <a:off x="3411495" y="2483707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Broker-1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09297-8F7A-4A13-83FF-2AE4943C5882}"/>
              </a:ext>
            </a:extLst>
          </p:cNvPr>
          <p:cNvSpPr/>
          <p:nvPr/>
        </p:nvSpPr>
        <p:spPr>
          <a:xfrm>
            <a:off x="6036791" y="2446637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Broker-2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319444-54F3-4E04-A448-B6FD0AEE26F7}"/>
              </a:ext>
            </a:extLst>
          </p:cNvPr>
          <p:cNvSpPr/>
          <p:nvPr/>
        </p:nvSpPr>
        <p:spPr>
          <a:xfrm>
            <a:off x="8554995" y="2446637"/>
            <a:ext cx="2001794" cy="1717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Broker-3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F2E12-7C88-42A1-AF22-16B3183A6B94}"/>
              </a:ext>
            </a:extLst>
          </p:cNvPr>
          <p:cNvSpPr txBox="1"/>
          <p:nvPr/>
        </p:nvSpPr>
        <p:spPr>
          <a:xfrm>
            <a:off x="1032134" y="3336323"/>
            <a:ext cx="1240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Topic: Web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AA9828-BFFD-4106-84A3-0AF812CCB3EE}"/>
              </a:ext>
            </a:extLst>
          </p:cNvPr>
          <p:cNvSpPr txBox="1"/>
          <p:nvPr/>
        </p:nvSpPr>
        <p:spPr>
          <a:xfrm>
            <a:off x="855019" y="694096"/>
            <a:ext cx="255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</a:t>
            </a:r>
          </a:p>
          <a:p>
            <a:r>
              <a:rPr lang="en-IN" dirty="0"/>
              <a:t>ABCDEFGH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FE8A68-D8E7-4BDD-9C27-8F43CE77018A}"/>
              </a:ext>
            </a:extLst>
          </p:cNvPr>
          <p:cNvCxnSpPr>
            <a:stCxn id="8" idx="2"/>
          </p:cNvCxnSpPr>
          <p:nvPr/>
        </p:nvCxnSpPr>
        <p:spPr>
          <a:xfrm flipH="1">
            <a:off x="1279613" y="1496366"/>
            <a:ext cx="1436473" cy="889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15124E-7F01-4466-81A5-BAE8041AF7A8}"/>
              </a:ext>
            </a:extLst>
          </p:cNvPr>
          <p:cNvSpPr/>
          <p:nvPr/>
        </p:nvSpPr>
        <p:spPr>
          <a:xfrm>
            <a:off x="1279613" y="2669056"/>
            <a:ext cx="932246" cy="4819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ABCDEF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8303BB5-836C-1E0A-92B2-2CE7E0A9CA48}"/>
              </a:ext>
            </a:extLst>
          </p:cNvPr>
          <p:cNvCxnSpPr>
            <a:cxnSpLocks/>
          </p:cNvCxnSpPr>
          <p:nvPr/>
        </p:nvCxnSpPr>
        <p:spPr>
          <a:xfrm flipV="1">
            <a:off x="2133257" y="3534032"/>
            <a:ext cx="288667" cy="18053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C8BA2BF-01EF-4616-E198-868F9BE345A7}"/>
              </a:ext>
            </a:extLst>
          </p:cNvPr>
          <p:cNvSpPr txBox="1"/>
          <p:nvPr/>
        </p:nvSpPr>
        <p:spPr>
          <a:xfrm>
            <a:off x="8433830" y="694096"/>
            <a:ext cx="2556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</a:t>
            </a:r>
          </a:p>
          <a:p>
            <a:r>
              <a:rPr lang="en-IN" dirty="0"/>
              <a:t>ZZZXXXYYY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C91A69D-DF14-5FF7-5BA6-6B2E98FDA15B}"/>
              </a:ext>
            </a:extLst>
          </p:cNvPr>
          <p:cNvCxnSpPr>
            <a:cxnSpLocks/>
          </p:cNvCxnSpPr>
          <p:nvPr/>
        </p:nvCxnSpPr>
        <p:spPr>
          <a:xfrm flipH="1">
            <a:off x="6851822" y="1587843"/>
            <a:ext cx="726732" cy="11986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044227-C6C2-5F8F-19BA-D3AD642475B1}"/>
              </a:ext>
            </a:extLst>
          </p:cNvPr>
          <p:cNvSpPr/>
          <p:nvPr/>
        </p:nvSpPr>
        <p:spPr>
          <a:xfrm>
            <a:off x="6337645" y="2823514"/>
            <a:ext cx="932246" cy="4819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ZZZXXXYYY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DE8834-1810-1B22-0CFB-3AD32B71467E}"/>
              </a:ext>
            </a:extLst>
          </p:cNvPr>
          <p:cNvSpPr/>
          <p:nvPr/>
        </p:nvSpPr>
        <p:spPr>
          <a:xfrm>
            <a:off x="6337645" y="5339376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Spark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2C7C49-5EF3-E293-4C48-F4B5B9C9FF14}"/>
              </a:ext>
            </a:extLst>
          </p:cNvPr>
          <p:cNvCxnSpPr>
            <a:cxnSpLocks/>
          </p:cNvCxnSpPr>
          <p:nvPr/>
        </p:nvCxnSpPr>
        <p:spPr>
          <a:xfrm flipV="1">
            <a:off x="6499654" y="3305431"/>
            <a:ext cx="275796" cy="19707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0610240-5CF7-9A4B-E489-EFCC158B7080}"/>
              </a:ext>
            </a:extLst>
          </p:cNvPr>
          <p:cNvSpPr txBox="1"/>
          <p:nvPr/>
        </p:nvSpPr>
        <p:spPr>
          <a:xfrm>
            <a:off x="6703197" y="3281976"/>
            <a:ext cx="12404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Topic: Chat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5127CA-87A4-B438-A9AE-CDD4EDEBCA82}"/>
              </a:ext>
            </a:extLst>
          </p:cNvPr>
          <p:cNvSpPr/>
          <p:nvPr/>
        </p:nvSpPr>
        <p:spPr>
          <a:xfrm>
            <a:off x="3674075" y="371901"/>
            <a:ext cx="1476633" cy="1124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Web Server</a:t>
            </a:r>
            <a:endParaRPr lang="en-GB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139318-3569-4327-E3FF-F9D2F883AC58}"/>
              </a:ext>
            </a:extLst>
          </p:cNvPr>
          <p:cNvCxnSpPr/>
          <p:nvPr/>
        </p:nvCxnSpPr>
        <p:spPr>
          <a:xfrm flipH="1">
            <a:off x="2721760" y="1500907"/>
            <a:ext cx="1436473" cy="8896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88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2"/>
          <p:cNvSpPr txBox="1"/>
          <p:nvPr/>
        </p:nvSpPr>
        <p:spPr>
          <a:xfrm>
            <a:off x="787790" y="323557"/>
            <a:ext cx="9818409" cy="83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Components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22"/>
          <p:cNvSpPr txBox="1"/>
          <p:nvPr/>
        </p:nvSpPr>
        <p:spPr>
          <a:xfrm>
            <a:off x="91920" y="1425540"/>
            <a:ext cx="11852438" cy="421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1143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0" name="Google Shape;8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19632" y="1802406"/>
            <a:ext cx="6656173" cy="431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3"/>
          <p:cNvSpPr txBox="1"/>
          <p:nvPr/>
        </p:nvSpPr>
        <p:spPr>
          <a:xfrm>
            <a:off x="671400" y="295422"/>
            <a:ext cx="9934800" cy="86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Components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23"/>
          <p:cNvSpPr txBox="1"/>
          <p:nvPr/>
        </p:nvSpPr>
        <p:spPr>
          <a:xfrm>
            <a:off x="464234" y="1401351"/>
            <a:ext cx="11113477" cy="4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Broker: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Brokers are servers that manage and mediate the conversation between two different systems and ensure that appropriate messages are delivered to the right parties.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Message: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Messages are simply byte arrays, and developers can store any object in any format they choose. These formats include String, JSON, Avro, and many more.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Topic: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 Kafka, all messages are maintained in topics. And these topics hold, publish, and organize messages.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Cluster: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Apache Kafka clusters are made up of multiple brokers, i.e., a set of servers. Also, it consists of multiple computers, each of which has one Kafka broker.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4"/>
          <p:cNvSpPr txBox="1"/>
          <p:nvPr/>
        </p:nvSpPr>
        <p:spPr>
          <a:xfrm>
            <a:off x="671400" y="309489"/>
            <a:ext cx="9934800" cy="85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Components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24"/>
          <p:cNvSpPr txBox="1"/>
          <p:nvPr/>
        </p:nvSpPr>
        <p:spPr>
          <a:xfrm>
            <a:off x="562708" y="1367480"/>
            <a:ext cx="10818056" cy="3865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Producers: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 Kafka, producers publish data or messages to one or more topics. They are basically what generate data streams.  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Consumers: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Kafka consumers are processes that consume topics in the cluster and read and process the data.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Partitions: </a:t>
            </a: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every partition on the broker, there can either be a leader or a replica. All 'writes' and 'reads' go through the leader, and if the leader fails, the replica takes over.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71400" y="313038"/>
            <a:ext cx="9934800" cy="848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Architecture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4294720" y="1406769"/>
            <a:ext cx="2546252" cy="5138193"/>
          </a:xfrm>
          <a:prstGeom prst="roundRect">
            <a:avLst>
              <a:gd name="adj" fmla="val 13352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4449465" y="1561515"/>
            <a:ext cx="2236762" cy="1255542"/>
          </a:xfrm>
          <a:prstGeom prst="roundRect">
            <a:avLst>
              <a:gd name="adj" fmla="val 16667"/>
            </a:avLst>
          </a:prstGeom>
          <a:solidFill>
            <a:srgbClr val="93B3D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4449465" y="2971804"/>
            <a:ext cx="2236762" cy="1255542"/>
          </a:xfrm>
          <a:prstGeom prst="roundRect">
            <a:avLst>
              <a:gd name="adj" fmla="val 16667"/>
            </a:avLst>
          </a:prstGeom>
          <a:solidFill>
            <a:srgbClr val="93B3D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/>
          <p:nvPr/>
        </p:nvSpPr>
        <p:spPr>
          <a:xfrm>
            <a:off x="4449465" y="4382093"/>
            <a:ext cx="2236762" cy="1253506"/>
          </a:xfrm>
          <a:prstGeom prst="roundRect">
            <a:avLst>
              <a:gd name="adj" fmla="val 16667"/>
            </a:avLst>
          </a:prstGeom>
          <a:solidFill>
            <a:srgbClr val="93B3D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4744886" y="2103921"/>
            <a:ext cx="1645920" cy="523220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-1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Partition-0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5"/>
          <p:cNvSpPr txBox="1"/>
          <p:nvPr/>
        </p:nvSpPr>
        <p:spPr>
          <a:xfrm>
            <a:off x="4744886" y="1681416"/>
            <a:ext cx="16459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4734892" y="3570178"/>
            <a:ext cx="1645920" cy="523220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– 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-1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4875569" y="3137910"/>
            <a:ext cx="13364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4744886" y="4959483"/>
            <a:ext cx="1645920" cy="523220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 -1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Partition -2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5"/>
          <p:cNvSpPr txBox="1"/>
          <p:nvPr/>
        </p:nvSpPr>
        <p:spPr>
          <a:xfrm>
            <a:off x="4833365" y="4536391"/>
            <a:ext cx="13364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5"/>
          <p:cNvSpPr txBox="1"/>
          <p:nvPr/>
        </p:nvSpPr>
        <p:spPr>
          <a:xfrm>
            <a:off x="4780612" y="5919752"/>
            <a:ext cx="152634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 Cluster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1489461" y="1772804"/>
            <a:ext cx="1772529" cy="1255542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5"/>
          <p:cNvSpPr/>
          <p:nvPr/>
        </p:nvSpPr>
        <p:spPr>
          <a:xfrm>
            <a:off x="7944040" y="2971804"/>
            <a:ext cx="1798476" cy="1121594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5"/>
          <p:cNvSpPr/>
          <p:nvPr/>
        </p:nvSpPr>
        <p:spPr>
          <a:xfrm>
            <a:off x="1489461" y="3639551"/>
            <a:ext cx="1772529" cy="1255542"/>
          </a:xfrm>
          <a:prstGeom prst="rect">
            <a:avLst/>
          </a:prstGeom>
          <a:solidFill>
            <a:schemeClr val="accent6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5"/>
          <p:cNvSpPr/>
          <p:nvPr/>
        </p:nvSpPr>
        <p:spPr>
          <a:xfrm>
            <a:off x="671400" y="5331655"/>
            <a:ext cx="2761117" cy="1042608"/>
          </a:xfrm>
          <a:prstGeom prst="roundRect">
            <a:avLst>
              <a:gd name="adj" fmla="val 23413"/>
            </a:avLst>
          </a:prstGeom>
          <a:solidFill>
            <a:srgbClr val="A5A5A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/>
          <p:nvPr/>
        </p:nvSpPr>
        <p:spPr>
          <a:xfrm>
            <a:off x="7944040" y="1561515"/>
            <a:ext cx="1798476" cy="106562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7944040" y="4431313"/>
            <a:ext cx="1798476" cy="125350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739161" y="2246686"/>
            <a:ext cx="12238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731033" y="4073457"/>
            <a:ext cx="12238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1101033" y="5697154"/>
            <a:ext cx="18235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Zookeeper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8182096" y="1950032"/>
            <a:ext cx="13223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8258848" y="3378712"/>
            <a:ext cx="13223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8350287" y="4879570"/>
            <a:ext cx="113948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5"/>
          <p:cNvCxnSpPr/>
          <p:nvPr/>
        </p:nvCxnSpPr>
        <p:spPr>
          <a:xfrm rot="10800000" flipH="1">
            <a:off x="3261990" y="1940439"/>
            <a:ext cx="1187475" cy="4875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25"/>
          <p:cNvCxnSpPr/>
          <p:nvPr/>
        </p:nvCxnSpPr>
        <p:spPr>
          <a:xfrm>
            <a:off x="3261990" y="2189286"/>
            <a:ext cx="1187475" cy="13433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25"/>
          <p:cNvCxnSpPr/>
          <p:nvPr/>
        </p:nvCxnSpPr>
        <p:spPr>
          <a:xfrm>
            <a:off x="3312535" y="2749613"/>
            <a:ext cx="1088807" cy="239064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25"/>
          <p:cNvCxnSpPr/>
          <p:nvPr/>
        </p:nvCxnSpPr>
        <p:spPr>
          <a:xfrm rot="10800000" flipH="1">
            <a:off x="3261990" y="2300049"/>
            <a:ext cx="1163394" cy="16758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25"/>
          <p:cNvCxnSpPr/>
          <p:nvPr/>
        </p:nvCxnSpPr>
        <p:spPr>
          <a:xfrm rot="10800000" flipH="1">
            <a:off x="3258471" y="3777770"/>
            <a:ext cx="1171006" cy="75862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25"/>
          <p:cNvCxnSpPr/>
          <p:nvPr/>
        </p:nvCxnSpPr>
        <p:spPr>
          <a:xfrm>
            <a:off x="3278116" y="4734064"/>
            <a:ext cx="1123226" cy="5131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25"/>
          <p:cNvCxnSpPr>
            <a:endCxn id="111" idx="1"/>
          </p:cNvCxnSpPr>
          <p:nvPr/>
        </p:nvCxnSpPr>
        <p:spPr>
          <a:xfrm rot="10800000" flipH="1">
            <a:off x="3432412" y="6073641"/>
            <a:ext cx="1348200" cy="1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1" name="Google Shape;131;p25"/>
          <p:cNvCxnSpPr>
            <a:stCxn id="102" idx="3"/>
          </p:cNvCxnSpPr>
          <p:nvPr/>
        </p:nvCxnSpPr>
        <p:spPr>
          <a:xfrm>
            <a:off x="6686227" y="2189286"/>
            <a:ext cx="1257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" name="Google Shape;132;p25"/>
          <p:cNvCxnSpPr>
            <a:endCxn id="113" idx="1"/>
          </p:cNvCxnSpPr>
          <p:nvPr/>
        </p:nvCxnSpPr>
        <p:spPr>
          <a:xfrm>
            <a:off x="6706240" y="3532601"/>
            <a:ext cx="123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3" name="Google Shape;133;p25"/>
          <p:cNvCxnSpPr/>
          <p:nvPr/>
        </p:nvCxnSpPr>
        <p:spPr>
          <a:xfrm>
            <a:off x="6706215" y="4959483"/>
            <a:ext cx="1237825" cy="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 txBox="1"/>
          <p:nvPr/>
        </p:nvSpPr>
        <p:spPr>
          <a:xfrm>
            <a:off x="247642" y="1152200"/>
            <a:ext cx="11031200" cy="4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731520" y="365760"/>
            <a:ext cx="982896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Architecture: Inside View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9311" y="1451331"/>
            <a:ext cx="7849772" cy="51745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26"/>
          <p:cNvCxnSpPr/>
          <p:nvPr/>
        </p:nvCxnSpPr>
        <p:spPr>
          <a:xfrm>
            <a:off x="3794760" y="5532120"/>
            <a:ext cx="137922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745588" y="337625"/>
            <a:ext cx="9814892" cy="732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Producer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506730" y="1451331"/>
            <a:ext cx="11178540" cy="4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producer sends a message (also known as a record) to a topic.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producer selects the partitions per topic in which to send the messages.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Depending on the priority of individual records, producers can send them to certain partitions. According to the record's key, producers send records to a partition.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producer sends the messages as fast as the broker can handle and does not depend on the broker’s acknowledgement.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7778" y="4037428"/>
            <a:ext cx="6874345" cy="27150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27"/>
          <p:cNvCxnSpPr/>
          <p:nvPr/>
        </p:nvCxnSpPr>
        <p:spPr>
          <a:xfrm>
            <a:off x="6461760" y="6004931"/>
            <a:ext cx="106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703384" y="295422"/>
            <a:ext cx="9857095" cy="82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Broker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388620" y="1237957"/>
            <a:ext cx="10904220" cy="5467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a cluster, there are numerous brokers which are used to maintain load balance.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Upon receiving messages from the producer, a broker assigns offsets to them and commits the messages to disk for storage.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instance, a broker can process thousands of reads and writes per second and TB of messages.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are multiple brokers that have a backup of topic partitions. In the case of a broker failure, the broker holding the backup partitions would become the leader.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2388" y="4318782"/>
            <a:ext cx="7238823" cy="23868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8"/>
          <p:cNvCxnSpPr/>
          <p:nvPr/>
        </p:nvCxnSpPr>
        <p:spPr>
          <a:xfrm>
            <a:off x="6446520" y="6374263"/>
            <a:ext cx="10896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1943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525780" y="1451331"/>
            <a:ext cx="10753062" cy="4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Topics are assigned to messages in Kafka. And topics are divided into several partitions.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only accepts append-only messages.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Reading messages can be done either in order from beginning to end or by specifying an offset value for skipping or rewinding to any point in the partition.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offset value provides the sequential ID for all the messages.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Redundancy and scalability are provided by partitions.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single topic can be scaled horizontally across multiple servers by hosting a partition on each server, this improves the performance.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29"/>
          <p:cNvSpPr txBox="1"/>
          <p:nvPr/>
        </p:nvSpPr>
        <p:spPr>
          <a:xfrm>
            <a:off x="703384" y="309489"/>
            <a:ext cx="9879955" cy="760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Topics and Partitions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579960" y="358140"/>
            <a:ext cx="11032920" cy="7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Topics &amp; Partitions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579960" y="1215290"/>
            <a:ext cx="10948244" cy="442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figure represents the topic with 3 partitions, and the message written is being appended in every partition.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the record key is present, records are stored in the partition by record key. If the record key is absent, records are stored by round-robin.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12277" y="3249638"/>
            <a:ext cx="6358597" cy="343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625680" y="224181"/>
            <a:ext cx="9934800" cy="86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Consumer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518159" y="1195756"/>
            <a:ext cx="11312770" cy="480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is possible to subscribe to one or more topics so that the consumer can read the messages in the order they were produced.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a consumer consumes messages, it keeps track of the offset of messages already consumed.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consumer works together as part of a consumer group to consume a topic.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message with the same key is received by the same consumer.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member of the group consumes only one partition at a time.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3" name="Google Shape;18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1851" y="4276578"/>
            <a:ext cx="8088923" cy="24618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31"/>
          <p:cNvCxnSpPr/>
          <p:nvPr/>
        </p:nvCxnSpPr>
        <p:spPr>
          <a:xfrm>
            <a:off x="6362700" y="6271260"/>
            <a:ext cx="159961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2"/>
          <p:cNvSpPr txBox="1"/>
          <p:nvPr/>
        </p:nvSpPr>
        <p:spPr>
          <a:xfrm>
            <a:off x="699798" y="331496"/>
            <a:ext cx="1075306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Apache Zookeeper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32"/>
          <p:cNvSpPr txBox="1"/>
          <p:nvPr/>
        </p:nvSpPr>
        <p:spPr>
          <a:xfrm>
            <a:off x="525780" y="1451331"/>
            <a:ext cx="10753062" cy="4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is Apache’s open-source project that provides users with centralized infrastructure and services that enable synchronization across Apache Hadoop clusters.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Originally developed at Yahoo, ZooKeeper supports synchronization by maintaining status on ZooKeeper servers which store information in local log files.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Apache Zookeeper servers also support large Hadoop clusters.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3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 txBox="1"/>
          <p:nvPr/>
        </p:nvSpPr>
        <p:spPr>
          <a:xfrm>
            <a:off x="487680" y="1243640"/>
            <a:ext cx="11342378" cy="316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671400" y="351692"/>
            <a:ext cx="10259197" cy="809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Architecture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2025" y="1420923"/>
            <a:ext cx="8707901" cy="495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4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4"/>
          <p:cNvSpPr txBox="1"/>
          <p:nvPr/>
        </p:nvSpPr>
        <p:spPr>
          <a:xfrm>
            <a:off x="671400" y="434340"/>
            <a:ext cx="1069002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Architecture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499675" y="1451325"/>
            <a:ext cx="10779300" cy="4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technology consists of the following components: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07" name="Google Shape;207;p34"/>
          <p:cNvGraphicFramePr/>
          <p:nvPr/>
        </p:nvGraphicFramePr>
        <p:xfrm>
          <a:off x="1336431" y="2506980"/>
          <a:ext cx="8496875" cy="3873845"/>
        </p:xfrm>
        <a:graphic>
          <a:graphicData uri="http://schemas.openxmlformats.org/drawingml/2006/table">
            <a:tbl>
              <a:tblPr firstRow="1" bandRow="1">
                <a:noFill/>
                <a:tableStyleId>{C3976F2D-4E36-4DA5-A5F2-13029C08D7D9}</a:tableStyleId>
              </a:tblPr>
              <a:tblGrid>
                <a:gridCol w="354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Apache</a:t>
                      </a:r>
                      <a:r>
                        <a:rPr lang="en-IN" sz="1800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IN" sz="18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ZooKeeper</a:t>
                      </a:r>
                      <a:r>
                        <a:rPr lang="en-IN" sz="1800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r>
                        <a:rPr lang="en-IN" sz="18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Basics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Work Performed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Server Applications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Provide a common interface for interaction with client applications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Client Applications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 set of tools for communicating with distributed applications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ZooKeeper Nodes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Clusters run on these systems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Znode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Any node can update or modify the information</a:t>
                      </a:r>
                      <a:endParaRPr sz="18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5"/>
          <p:cNvSpPr txBox="1"/>
          <p:nvPr/>
        </p:nvSpPr>
        <p:spPr>
          <a:xfrm>
            <a:off x="671400" y="354356"/>
            <a:ext cx="1082718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&amp; Kafka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4" name="Google Shape;214;p35"/>
          <p:cNvSpPr txBox="1"/>
          <p:nvPr/>
        </p:nvSpPr>
        <p:spPr>
          <a:xfrm>
            <a:off x="451662" y="1308295"/>
            <a:ext cx="10827180" cy="469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is used by Kafka brokers to coordinate with one another.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is designed to notify producers and consumers when new brokers are added to the system or when brokers fail.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Apache ZooKeeper will appoint a new leader based on the currently active nodes if the current leader fails.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5" name="Google Shape;21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8123" y="3530990"/>
            <a:ext cx="7893088" cy="30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6"/>
          <p:cNvSpPr txBox="1"/>
          <p:nvPr/>
        </p:nvSpPr>
        <p:spPr>
          <a:xfrm>
            <a:off x="602820" y="281354"/>
            <a:ext cx="9934800" cy="88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Workflow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p36"/>
          <p:cNvSpPr txBox="1"/>
          <p:nvPr/>
        </p:nvSpPr>
        <p:spPr>
          <a:xfrm>
            <a:off x="541019" y="1161600"/>
            <a:ext cx="10755338" cy="472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065" marR="0" lvl="0" indent="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Workflow of Pub/Sub Messaging</a:t>
            </a: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Messages will be sent regularly to a topic by producers.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Messages are stored by brokers in partitions that are configured for a particular topic.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stores one message from a producer in the first partition and the second message from the producer in the second partition if there are two partitions.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Consumers always subscribe to a specific topic.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provides the current offset for the topic to the consumer when the consumer subscribes to the topic, and this offset is stored within the ZooKeeper ensemble.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will be queried regularly by the consumer for new messages (like every 100 ms).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7"/>
          <p:cNvSpPr txBox="1"/>
          <p:nvPr/>
        </p:nvSpPr>
        <p:spPr>
          <a:xfrm>
            <a:off x="731520" y="295422"/>
            <a:ext cx="9828960" cy="82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Workflow of Pub/Sub Messaging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9" name="Google Shape;229;p37"/>
          <p:cNvSpPr txBox="1"/>
          <p:nvPr/>
        </p:nvSpPr>
        <p:spPr>
          <a:xfrm>
            <a:off x="541020" y="1280160"/>
            <a:ext cx="10636680" cy="4763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message is forwarded to consumers immediately after it has been received from the producer.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Consumers will process the message once they receive it.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After a message has been processed, it is acknowledged by the broker.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the acknowledgement is received, the offset is updated in the ZooKeeper with the new value.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ZooKeeper maintains offsets so that consumers can continue to read the new messages even during server outages.</a:t>
            </a:r>
            <a:endParaRPr/>
          </a:p>
          <a:p>
            <a:pPr marL="297815" marR="0" lvl="0" indent="-285750" algn="l" rtl="0">
              <a:lnSpc>
                <a:spcPct val="15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long as the consumer does not stop the request, the flow repeats.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686148" y="381246"/>
            <a:ext cx="99348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Workflow of Pub/Sub Messaging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247642" y="1451331"/>
            <a:ext cx="11031200" cy="45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7" name="Google Shape;237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4732" y="1561514"/>
            <a:ext cx="7573108" cy="4744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9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9"/>
          <p:cNvSpPr txBox="1"/>
          <p:nvPr/>
        </p:nvSpPr>
        <p:spPr>
          <a:xfrm>
            <a:off x="582080" y="310827"/>
            <a:ext cx="111015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Cluster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4" name="Google Shape;244;p39"/>
          <p:cNvSpPr txBox="1"/>
          <p:nvPr/>
        </p:nvSpPr>
        <p:spPr>
          <a:xfrm>
            <a:off x="487680" y="1308295"/>
            <a:ext cx="11582400" cy="469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Local development works best with one Kafka server.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cluster of multiple brokers provides significant benefits.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One of the biggest benefits is scalability as multiple servers can handle the load.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 order to maintain the Kafka cluster or underlying systems' performance, replications are used.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Kafka is an effective tool when it comes to processing large volumes of messages.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5" name="Google Shape;24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1003" y="3221502"/>
            <a:ext cx="7584486" cy="3488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632460" y="402977"/>
            <a:ext cx="98103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Command Line Tools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632459" y="1409700"/>
            <a:ext cx="96510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following broker setups can be used by the Kafka cluster: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Single broker cluster</a:t>
            </a: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Multiple broker cluster</a:t>
            </a:r>
            <a:endParaRPr/>
          </a:p>
        </p:txBody>
      </p:sp>
      <p:graphicFrame>
        <p:nvGraphicFramePr>
          <p:cNvPr id="253" name="Google Shape;253;p40"/>
          <p:cNvGraphicFramePr/>
          <p:nvPr/>
        </p:nvGraphicFramePr>
        <p:xfrm>
          <a:off x="801859" y="2497531"/>
          <a:ext cx="9115875" cy="4113380"/>
        </p:xfrm>
        <a:graphic>
          <a:graphicData uri="http://schemas.openxmlformats.org/drawingml/2006/table">
            <a:tbl>
              <a:tblPr firstRow="1" bandRow="1">
                <a:noFill/>
                <a:tableStyleId>{C3976F2D-4E36-4DA5-A5F2-13029C08D7D9}</a:tableStyleId>
              </a:tblPr>
              <a:tblGrid>
                <a:gridCol w="352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7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Kafka Shell Script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700" b="1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Description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7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zookeeper-server-start.sh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ZooKeeper is started by using the properties in config/zookeeper.properties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7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kafka-server-start.sh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config/server.properties is used to start the Kafka server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7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kafka-topics.sh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 can use it to create topics and list them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IN" sz="17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kafka-console-producer.sh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Messages can be sent via a command line client to the Kafka cluster</a:t>
                      </a:r>
                      <a:endParaRPr sz="17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2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900" b="1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kafka-console-consumer.sh</a:t>
                      </a:r>
                      <a:endParaRPr sz="19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90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The Kafka cluster client is a command line program for consuming messages</a:t>
                      </a:r>
                      <a:endParaRPr sz="190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671400" y="266700"/>
            <a:ext cx="9934800" cy="84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Types of Kafka Cluster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247642" y="1418713"/>
            <a:ext cx="11586218" cy="4761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1" name="Google Shape;261;p41"/>
          <p:cNvSpPr/>
          <p:nvPr/>
        </p:nvSpPr>
        <p:spPr>
          <a:xfrm>
            <a:off x="832955" y="1615440"/>
            <a:ext cx="2377440" cy="4503420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1"/>
          <p:cNvSpPr/>
          <p:nvPr/>
        </p:nvSpPr>
        <p:spPr>
          <a:xfrm>
            <a:off x="1050125" y="1855470"/>
            <a:ext cx="1943100" cy="1074420"/>
          </a:xfrm>
          <a:prstGeom prst="rect">
            <a:avLst/>
          </a:prstGeom>
          <a:solidFill>
            <a:srgbClr val="D8D8D8"/>
          </a:solidFill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1"/>
          <p:cNvSpPr/>
          <p:nvPr/>
        </p:nvSpPr>
        <p:spPr>
          <a:xfrm>
            <a:off x="1050125" y="3169920"/>
            <a:ext cx="1935480" cy="11963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1"/>
          <p:cNvSpPr/>
          <p:nvPr/>
        </p:nvSpPr>
        <p:spPr>
          <a:xfrm>
            <a:off x="1057745" y="4606290"/>
            <a:ext cx="1935480" cy="127254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1"/>
          <p:cNvSpPr/>
          <p:nvPr/>
        </p:nvSpPr>
        <p:spPr>
          <a:xfrm>
            <a:off x="4215769" y="1923299"/>
            <a:ext cx="6122662" cy="746760"/>
          </a:xfrm>
          <a:prstGeom prst="roundRect">
            <a:avLst>
              <a:gd name="adj" fmla="val 16667"/>
            </a:avLst>
          </a:prstGeom>
          <a:solidFill>
            <a:srgbClr val="8CB3E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1"/>
          <p:cNvSpPr/>
          <p:nvPr/>
        </p:nvSpPr>
        <p:spPr>
          <a:xfrm>
            <a:off x="6271988" y="4276792"/>
            <a:ext cx="1828800" cy="1249680"/>
          </a:xfrm>
          <a:prstGeom prst="roundRect">
            <a:avLst>
              <a:gd name="adj" fmla="val 16667"/>
            </a:avLst>
          </a:prstGeom>
          <a:solidFill>
            <a:srgbClr val="8CB3E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1"/>
          <p:cNvSpPr/>
          <p:nvPr/>
        </p:nvSpPr>
        <p:spPr>
          <a:xfrm>
            <a:off x="4215769" y="4276792"/>
            <a:ext cx="1402080" cy="38100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1"/>
          <p:cNvSpPr/>
          <p:nvPr/>
        </p:nvSpPr>
        <p:spPr>
          <a:xfrm>
            <a:off x="4207675" y="4727425"/>
            <a:ext cx="1402080" cy="398078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1"/>
          <p:cNvSpPr/>
          <p:nvPr/>
        </p:nvSpPr>
        <p:spPr>
          <a:xfrm>
            <a:off x="4199807" y="5195136"/>
            <a:ext cx="1402080" cy="398078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1"/>
          <p:cNvSpPr/>
          <p:nvPr/>
        </p:nvSpPr>
        <p:spPr>
          <a:xfrm>
            <a:off x="8771116" y="4225290"/>
            <a:ext cx="1345869" cy="38100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1"/>
          <p:cNvSpPr/>
          <p:nvPr/>
        </p:nvSpPr>
        <p:spPr>
          <a:xfrm>
            <a:off x="8771115" y="4702593"/>
            <a:ext cx="1345869" cy="398078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1"/>
          <p:cNvSpPr/>
          <p:nvPr/>
        </p:nvSpPr>
        <p:spPr>
          <a:xfrm>
            <a:off x="8771114" y="5169096"/>
            <a:ext cx="1345869" cy="398078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1150620" y="2019300"/>
            <a:ext cx="1706880" cy="738664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Node- Single Broker Cluster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1"/>
          <p:cNvSpPr txBox="1"/>
          <p:nvPr/>
        </p:nvSpPr>
        <p:spPr>
          <a:xfrm>
            <a:off x="6621780" y="2142790"/>
            <a:ext cx="14790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Zookeeper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4358641" y="4293038"/>
            <a:ext cx="11353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4358641" y="4800600"/>
            <a:ext cx="11353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1"/>
          <p:cNvSpPr txBox="1"/>
          <p:nvPr/>
        </p:nvSpPr>
        <p:spPr>
          <a:xfrm>
            <a:off x="4358641" y="5273040"/>
            <a:ext cx="11353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8869680" y="4293038"/>
            <a:ext cx="11353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1"/>
          <p:cNvSpPr txBox="1"/>
          <p:nvPr/>
        </p:nvSpPr>
        <p:spPr>
          <a:xfrm>
            <a:off x="8869680" y="4800600"/>
            <a:ext cx="11353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 txBox="1"/>
          <p:nvPr/>
        </p:nvSpPr>
        <p:spPr>
          <a:xfrm>
            <a:off x="8869680" y="5242560"/>
            <a:ext cx="11353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1"/>
          <p:cNvSpPr txBox="1"/>
          <p:nvPr/>
        </p:nvSpPr>
        <p:spPr>
          <a:xfrm>
            <a:off x="6465818" y="4548704"/>
            <a:ext cx="153518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Node-Single Kafka Broker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41"/>
          <p:cNvCxnSpPr/>
          <p:nvPr/>
        </p:nvCxnSpPr>
        <p:spPr>
          <a:xfrm rot="10800000">
            <a:off x="4907280" y="2670059"/>
            <a:ext cx="0" cy="155523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3" name="Google Shape;283;p41"/>
          <p:cNvCxnSpPr/>
          <p:nvPr/>
        </p:nvCxnSpPr>
        <p:spPr>
          <a:xfrm rot="10800000">
            <a:off x="9470713" y="2685299"/>
            <a:ext cx="0" cy="155523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4" name="Google Shape;284;p41"/>
          <p:cNvCxnSpPr/>
          <p:nvPr/>
        </p:nvCxnSpPr>
        <p:spPr>
          <a:xfrm rot="10800000">
            <a:off x="7200900" y="2670059"/>
            <a:ext cx="0" cy="16067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5" name="Google Shape;285;p41"/>
          <p:cNvCxnSpPr>
            <a:endCxn id="266" idx="1"/>
          </p:cNvCxnSpPr>
          <p:nvPr/>
        </p:nvCxnSpPr>
        <p:spPr>
          <a:xfrm rot="10800000" flipH="1">
            <a:off x="5617988" y="4901632"/>
            <a:ext cx="654000" cy="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" name="Google Shape;286;p41"/>
          <p:cNvCxnSpPr>
            <a:stCxn id="271" idx="1"/>
            <a:endCxn id="266" idx="3"/>
          </p:cNvCxnSpPr>
          <p:nvPr/>
        </p:nvCxnSpPr>
        <p:spPr>
          <a:xfrm rot="10800000">
            <a:off x="8100915" y="4901632"/>
            <a:ext cx="670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p41"/>
          <p:cNvCxnSpPr/>
          <p:nvPr/>
        </p:nvCxnSpPr>
        <p:spPr>
          <a:xfrm flipH="1">
            <a:off x="8100788" y="4419600"/>
            <a:ext cx="670326" cy="2829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8" name="Google Shape;288;p41"/>
          <p:cNvCxnSpPr/>
          <p:nvPr/>
        </p:nvCxnSpPr>
        <p:spPr>
          <a:xfrm rot="10800000">
            <a:off x="8100788" y="5100671"/>
            <a:ext cx="670326" cy="34048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p41"/>
          <p:cNvCxnSpPr>
            <a:stCxn id="267" idx="3"/>
          </p:cNvCxnSpPr>
          <p:nvPr/>
        </p:nvCxnSpPr>
        <p:spPr>
          <a:xfrm>
            <a:off x="5617849" y="4467292"/>
            <a:ext cx="654000" cy="260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p41"/>
          <p:cNvCxnSpPr/>
          <p:nvPr/>
        </p:nvCxnSpPr>
        <p:spPr>
          <a:xfrm rot="10800000" flipH="1">
            <a:off x="5617849" y="5125503"/>
            <a:ext cx="654139" cy="31378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2"/>
          <p:cNvSpPr txBox="1"/>
          <p:nvPr/>
        </p:nvSpPr>
        <p:spPr>
          <a:xfrm>
            <a:off x="671400" y="356748"/>
            <a:ext cx="9934800" cy="74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Types of Kafka Cluster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111760" y="1403473"/>
            <a:ext cx="11824978" cy="277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42"/>
          <p:cNvSpPr/>
          <p:nvPr/>
        </p:nvSpPr>
        <p:spPr>
          <a:xfrm>
            <a:off x="617220" y="1630680"/>
            <a:ext cx="2438400" cy="4770120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830580" y="1813560"/>
            <a:ext cx="2011680" cy="128016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2"/>
          <p:cNvSpPr/>
          <p:nvPr/>
        </p:nvSpPr>
        <p:spPr>
          <a:xfrm>
            <a:off x="830580" y="3267588"/>
            <a:ext cx="2011680" cy="1402080"/>
          </a:xfrm>
          <a:prstGeom prst="rect">
            <a:avLst/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2"/>
          <p:cNvSpPr/>
          <p:nvPr/>
        </p:nvSpPr>
        <p:spPr>
          <a:xfrm>
            <a:off x="830580" y="4843537"/>
            <a:ext cx="2011680" cy="1359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2"/>
          <p:cNvSpPr/>
          <p:nvPr/>
        </p:nvSpPr>
        <p:spPr>
          <a:xfrm>
            <a:off x="3870960" y="1843344"/>
            <a:ext cx="5710251" cy="525780"/>
          </a:xfrm>
          <a:prstGeom prst="roundRect">
            <a:avLst>
              <a:gd name="adj" fmla="val 16667"/>
            </a:avLst>
          </a:prstGeom>
          <a:solidFill>
            <a:srgbClr val="8CB3E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2"/>
          <p:cNvSpPr/>
          <p:nvPr/>
        </p:nvSpPr>
        <p:spPr>
          <a:xfrm>
            <a:off x="5374501" y="3680460"/>
            <a:ext cx="2728907" cy="2693803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975360" y="3429000"/>
            <a:ext cx="169164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Node- Multiple Broker Cluster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2"/>
          <p:cNvSpPr txBox="1"/>
          <p:nvPr/>
        </p:nvSpPr>
        <p:spPr>
          <a:xfrm>
            <a:off x="6164580" y="1935480"/>
            <a:ext cx="150114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Zookeeper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2"/>
          <p:cNvSpPr/>
          <p:nvPr/>
        </p:nvSpPr>
        <p:spPr>
          <a:xfrm>
            <a:off x="8619190" y="3743509"/>
            <a:ext cx="1501140" cy="439871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2"/>
          <p:cNvSpPr/>
          <p:nvPr/>
        </p:nvSpPr>
        <p:spPr>
          <a:xfrm>
            <a:off x="8619190" y="4381500"/>
            <a:ext cx="1515410" cy="462037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2"/>
          <p:cNvSpPr/>
          <p:nvPr/>
        </p:nvSpPr>
        <p:spPr>
          <a:xfrm>
            <a:off x="8639210" y="5041657"/>
            <a:ext cx="1515410" cy="462037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2"/>
          <p:cNvSpPr/>
          <p:nvPr/>
        </p:nvSpPr>
        <p:spPr>
          <a:xfrm>
            <a:off x="3303285" y="3855720"/>
            <a:ext cx="1535415" cy="404277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2"/>
          <p:cNvSpPr/>
          <p:nvPr/>
        </p:nvSpPr>
        <p:spPr>
          <a:xfrm>
            <a:off x="3303285" y="4381500"/>
            <a:ext cx="1535415" cy="462037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2"/>
          <p:cNvSpPr/>
          <p:nvPr/>
        </p:nvSpPr>
        <p:spPr>
          <a:xfrm>
            <a:off x="3303284" y="4965040"/>
            <a:ext cx="1535415" cy="412870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2"/>
          <p:cNvSpPr/>
          <p:nvPr/>
        </p:nvSpPr>
        <p:spPr>
          <a:xfrm>
            <a:off x="5905499" y="5898013"/>
            <a:ext cx="1767840" cy="381000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2"/>
          <p:cNvSpPr/>
          <p:nvPr/>
        </p:nvSpPr>
        <p:spPr>
          <a:xfrm>
            <a:off x="5897880" y="5207151"/>
            <a:ext cx="1767840" cy="381000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2"/>
          <p:cNvSpPr/>
          <p:nvPr/>
        </p:nvSpPr>
        <p:spPr>
          <a:xfrm>
            <a:off x="5897880" y="4540808"/>
            <a:ext cx="1767840" cy="403023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5745480" y="3855720"/>
            <a:ext cx="20040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Node-Single Kafka Broker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6332220" y="4554200"/>
            <a:ext cx="8991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>
            <a:off x="6092190" y="5266990"/>
            <a:ext cx="13792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6164580" y="5894904"/>
            <a:ext cx="1219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3444240" y="3930742"/>
            <a:ext cx="12877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2"/>
          <p:cNvSpPr txBox="1"/>
          <p:nvPr/>
        </p:nvSpPr>
        <p:spPr>
          <a:xfrm>
            <a:off x="3426599" y="4481953"/>
            <a:ext cx="13054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3418280" y="5017586"/>
            <a:ext cx="130542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 txBox="1"/>
          <p:nvPr/>
        </p:nvSpPr>
        <p:spPr>
          <a:xfrm>
            <a:off x="8809205" y="3791685"/>
            <a:ext cx="11196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2"/>
          <p:cNvSpPr txBox="1"/>
          <p:nvPr/>
        </p:nvSpPr>
        <p:spPr>
          <a:xfrm>
            <a:off x="8749215" y="4428146"/>
            <a:ext cx="1295400" cy="307777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2"/>
          <p:cNvSpPr txBox="1"/>
          <p:nvPr/>
        </p:nvSpPr>
        <p:spPr>
          <a:xfrm>
            <a:off x="8749215" y="5107981"/>
            <a:ext cx="1295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" name="Google Shape;325;p42"/>
          <p:cNvCxnSpPr/>
          <p:nvPr/>
        </p:nvCxnSpPr>
        <p:spPr>
          <a:xfrm rot="10800000">
            <a:off x="4168140" y="2369124"/>
            <a:ext cx="0" cy="147537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6" name="Google Shape;326;p42"/>
          <p:cNvCxnSpPr>
            <a:stCxn id="303" idx="0"/>
          </p:cNvCxnSpPr>
          <p:nvPr/>
        </p:nvCxnSpPr>
        <p:spPr>
          <a:xfrm rot="10800000">
            <a:off x="6726055" y="2369160"/>
            <a:ext cx="12900" cy="1311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7" name="Google Shape;327;p42"/>
          <p:cNvCxnSpPr/>
          <p:nvPr/>
        </p:nvCxnSpPr>
        <p:spPr>
          <a:xfrm rot="10800000">
            <a:off x="9369032" y="2369124"/>
            <a:ext cx="0" cy="13743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8" name="Google Shape;328;p42"/>
          <p:cNvCxnSpPr/>
          <p:nvPr/>
        </p:nvCxnSpPr>
        <p:spPr>
          <a:xfrm>
            <a:off x="4838699" y="4015740"/>
            <a:ext cx="1059181" cy="65392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9" name="Google Shape;329;p42"/>
          <p:cNvCxnSpPr>
            <a:stCxn id="314" idx="3"/>
          </p:cNvCxnSpPr>
          <p:nvPr/>
        </p:nvCxnSpPr>
        <p:spPr>
          <a:xfrm rot="10800000" flipH="1">
            <a:off x="7665720" y="3963220"/>
            <a:ext cx="953400" cy="779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42"/>
          <p:cNvCxnSpPr/>
          <p:nvPr/>
        </p:nvCxnSpPr>
        <p:spPr>
          <a:xfrm>
            <a:off x="4838699" y="4742319"/>
            <a:ext cx="105918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1" name="Google Shape;331;p42"/>
          <p:cNvCxnSpPr/>
          <p:nvPr/>
        </p:nvCxnSpPr>
        <p:spPr>
          <a:xfrm>
            <a:off x="4838699" y="4789730"/>
            <a:ext cx="1059181" cy="1291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2" name="Google Shape;332;p42"/>
          <p:cNvCxnSpPr>
            <a:stCxn id="311" idx="3"/>
            <a:endCxn id="313" idx="1"/>
          </p:cNvCxnSpPr>
          <p:nvPr/>
        </p:nvCxnSpPr>
        <p:spPr>
          <a:xfrm>
            <a:off x="4838699" y="5171475"/>
            <a:ext cx="1059300" cy="226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3" name="Google Shape;333;p42"/>
          <p:cNvCxnSpPr>
            <a:stCxn id="312" idx="3"/>
            <a:endCxn id="307" idx="1"/>
          </p:cNvCxnSpPr>
          <p:nvPr/>
        </p:nvCxnSpPr>
        <p:spPr>
          <a:xfrm rot="10800000" flipH="1">
            <a:off x="7673339" y="4612513"/>
            <a:ext cx="945900" cy="147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4" name="Google Shape;334;p42"/>
          <p:cNvCxnSpPr>
            <a:endCxn id="308" idx="1"/>
          </p:cNvCxnSpPr>
          <p:nvPr/>
        </p:nvCxnSpPr>
        <p:spPr>
          <a:xfrm>
            <a:off x="7673210" y="4789676"/>
            <a:ext cx="966000" cy="48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5" name="Google Shape;335;p42"/>
          <p:cNvCxnSpPr/>
          <p:nvPr/>
        </p:nvCxnSpPr>
        <p:spPr>
          <a:xfrm>
            <a:off x="7673339" y="5415758"/>
            <a:ext cx="96587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3"/>
          <p:cNvSpPr txBox="1"/>
          <p:nvPr/>
        </p:nvSpPr>
        <p:spPr>
          <a:xfrm>
            <a:off x="247642" y="1376990"/>
            <a:ext cx="11696716" cy="4740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2" name="Google Shape;342;p43"/>
          <p:cNvSpPr txBox="1"/>
          <p:nvPr/>
        </p:nvSpPr>
        <p:spPr>
          <a:xfrm>
            <a:off x="586658" y="304462"/>
            <a:ext cx="9934800" cy="831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Cluster Types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700958" y="1474749"/>
            <a:ext cx="1889842" cy="4899514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3215640" y="1324553"/>
            <a:ext cx="7155180" cy="586740"/>
          </a:xfrm>
          <a:prstGeom prst="roundRect">
            <a:avLst>
              <a:gd name="adj" fmla="val 16667"/>
            </a:avLst>
          </a:prstGeom>
          <a:solidFill>
            <a:srgbClr val="8CB3E3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3"/>
          <p:cNvSpPr/>
          <p:nvPr/>
        </p:nvSpPr>
        <p:spPr>
          <a:xfrm>
            <a:off x="3044116" y="3055620"/>
            <a:ext cx="2263140" cy="2640265"/>
          </a:xfrm>
          <a:prstGeom prst="roundRect">
            <a:avLst>
              <a:gd name="adj" fmla="val 16667"/>
            </a:avLst>
          </a:prstGeom>
          <a:solidFill>
            <a:srgbClr val="538CD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3"/>
          <p:cNvSpPr/>
          <p:nvPr/>
        </p:nvSpPr>
        <p:spPr>
          <a:xfrm>
            <a:off x="5821719" y="2373630"/>
            <a:ext cx="1668780" cy="1755746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3"/>
          <p:cNvSpPr/>
          <p:nvPr/>
        </p:nvSpPr>
        <p:spPr>
          <a:xfrm>
            <a:off x="6411853" y="4720120"/>
            <a:ext cx="1790700" cy="1830957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3"/>
          <p:cNvSpPr/>
          <p:nvPr/>
        </p:nvSpPr>
        <p:spPr>
          <a:xfrm>
            <a:off x="8655527" y="2373630"/>
            <a:ext cx="1981200" cy="2486753"/>
          </a:xfrm>
          <a:prstGeom prst="roundRect">
            <a:avLst>
              <a:gd name="adj" fmla="val 16667"/>
            </a:avLst>
          </a:prstGeom>
          <a:solidFill>
            <a:srgbClr val="538CD5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3"/>
          <p:cNvSpPr/>
          <p:nvPr/>
        </p:nvSpPr>
        <p:spPr>
          <a:xfrm>
            <a:off x="819109" y="1691866"/>
            <a:ext cx="1653540" cy="1296762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3"/>
          <p:cNvSpPr/>
          <p:nvPr/>
        </p:nvSpPr>
        <p:spPr>
          <a:xfrm>
            <a:off x="819109" y="3253357"/>
            <a:ext cx="1653540" cy="134229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819109" y="4860383"/>
            <a:ext cx="1653540" cy="1342297"/>
          </a:xfrm>
          <a:prstGeom prst="rect">
            <a:avLst/>
          </a:prstGeom>
          <a:solidFill>
            <a:srgbClr val="BFBFBF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 txBox="1"/>
          <p:nvPr/>
        </p:nvSpPr>
        <p:spPr>
          <a:xfrm>
            <a:off x="952499" y="4934326"/>
            <a:ext cx="1306789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Nodes-Multiple Broker Cluster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4785360" y="1400806"/>
            <a:ext cx="360426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Zookeeper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3215640" y="3283556"/>
            <a:ext cx="1897380" cy="646038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3"/>
          <p:cNvSpPr/>
          <p:nvPr/>
        </p:nvSpPr>
        <p:spPr>
          <a:xfrm>
            <a:off x="3215640" y="4079078"/>
            <a:ext cx="1897380" cy="657110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3"/>
          <p:cNvSpPr/>
          <p:nvPr/>
        </p:nvSpPr>
        <p:spPr>
          <a:xfrm>
            <a:off x="3226996" y="4838993"/>
            <a:ext cx="1897380" cy="657110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3398520" y="3429000"/>
            <a:ext cx="14706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3"/>
          <p:cNvSpPr txBox="1"/>
          <p:nvPr/>
        </p:nvSpPr>
        <p:spPr>
          <a:xfrm>
            <a:off x="3345180" y="4233607"/>
            <a:ext cx="1524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3"/>
          <p:cNvSpPr txBox="1"/>
          <p:nvPr/>
        </p:nvSpPr>
        <p:spPr>
          <a:xfrm>
            <a:off x="3398520" y="5003384"/>
            <a:ext cx="14706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3"/>
          <p:cNvSpPr/>
          <p:nvPr/>
        </p:nvSpPr>
        <p:spPr>
          <a:xfrm>
            <a:off x="6007274" y="3576856"/>
            <a:ext cx="1299929" cy="449580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3"/>
          <p:cNvSpPr/>
          <p:nvPr/>
        </p:nvSpPr>
        <p:spPr>
          <a:xfrm>
            <a:off x="6002203" y="2987922"/>
            <a:ext cx="1305000" cy="441078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6096000" y="2494104"/>
            <a:ext cx="1051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6621780" y="5988040"/>
            <a:ext cx="1325880" cy="438283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3"/>
          <p:cNvSpPr/>
          <p:nvPr/>
        </p:nvSpPr>
        <p:spPr>
          <a:xfrm>
            <a:off x="6621780" y="5413879"/>
            <a:ext cx="1325880" cy="438282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6766560" y="4835523"/>
            <a:ext cx="9448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3"/>
          <p:cNvSpPr/>
          <p:nvPr/>
        </p:nvSpPr>
        <p:spPr>
          <a:xfrm>
            <a:off x="8887937" y="2508340"/>
            <a:ext cx="1516380" cy="527365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3"/>
          <p:cNvSpPr/>
          <p:nvPr/>
        </p:nvSpPr>
        <p:spPr>
          <a:xfrm>
            <a:off x="8903177" y="3257707"/>
            <a:ext cx="1485900" cy="588292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3"/>
          <p:cNvSpPr/>
          <p:nvPr/>
        </p:nvSpPr>
        <p:spPr>
          <a:xfrm>
            <a:off x="8887938" y="4108233"/>
            <a:ext cx="1516380" cy="575434"/>
          </a:xfrm>
          <a:prstGeom prst="roundRect">
            <a:avLst>
              <a:gd name="adj" fmla="val 16667"/>
            </a:avLst>
          </a:prstGeom>
          <a:solidFill>
            <a:srgbClr val="C5D8F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3"/>
          <p:cNvSpPr txBox="1"/>
          <p:nvPr/>
        </p:nvSpPr>
        <p:spPr>
          <a:xfrm>
            <a:off x="9014460" y="2622879"/>
            <a:ext cx="1226820" cy="316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3"/>
          <p:cNvSpPr txBox="1"/>
          <p:nvPr/>
        </p:nvSpPr>
        <p:spPr>
          <a:xfrm>
            <a:off x="9014460" y="3388052"/>
            <a:ext cx="1295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3"/>
          <p:cNvSpPr txBox="1"/>
          <p:nvPr/>
        </p:nvSpPr>
        <p:spPr>
          <a:xfrm>
            <a:off x="9022080" y="4233607"/>
            <a:ext cx="12268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Consumer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3"/>
          <p:cNvSpPr txBox="1"/>
          <p:nvPr/>
        </p:nvSpPr>
        <p:spPr>
          <a:xfrm>
            <a:off x="6096000" y="3055620"/>
            <a:ext cx="1143000" cy="307777"/>
          </a:xfrm>
          <a:prstGeom prst="rect">
            <a:avLst/>
          </a:prstGeom>
          <a:solidFill>
            <a:srgbClr val="C5D8F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3"/>
          <p:cNvSpPr txBox="1"/>
          <p:nvPr/>
        </p:nvSpPr>
        <p:spPr>
          <a:xfrm>
            <a:off x="6096000" y="3614326"/>
            <a:ext cx="10515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3"/>
          <p:cNvSpPr txBox="1"/>
          <p:nvPr/>
        </p:nvSpPr>
        <p:spPr>
          <a:xfrm>
            <a:off x="6766560" y="5496103"/>
            <a:ext cx="108204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3"/>
          <p:cNvSpPr txBox="1"/>
          <p:nvPr/>
        </p:nvSpPr>
        <p:spPr>
          <a:xfrm>
            <a:off x="6766560" y="6064564"/>
            <a:ext cx="1082040" cy="30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Broker 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43"/>
          <p:cNvCxnSpPr>
            <a:stCxn id="354" idx="3"/>
          </p:cNvCxnSpPr>
          <p:nvPr/>
        </p:nvCxnSpPr>
        <p:spPr>
          <a:xfrm rot="10800000" flipH="1">
            <a:off x="5113020" y="3322775"/>
            <a:ext cx="889200" cy="283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7" name="Google Shape;377;p43"/>
          <p:cNvCxnSpPr/>
          <p:nvPr/>
        </p:nvCxnSpPr>
        <p:spPr>
          <a:xfrm>
            <a:off x="5113020" y="3736777"/>
            <a:ext cx="88918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8" name="Google Shape;378;p43"/>
          <p:cNvCxnSpPr/>
          <p:nvPr/>
        </p:nvCxnSpPr>
        <p:spPr>
          <a:xfrm rot="10800000" flipH="1">
            <a:off x="5124376" y="3197654"/>
            <a:ext cx="877827" cy="11780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79" name="Google Shape;379;p43"/>
          <p:cNvCxnSpPr>
            <a:stCxn id="355" idx="3"/>
          </p:cNvCxnSpPr>
          <p:nvPr/>
        </p:nvCxnSpPr>
        <p:spPr>
          <a:xfrm>
            <a:off x="5113020" y="4407633"/>
            <a:ext cx="1474500" cy="181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0" name="Google Shape;380;p43"/>
          <p:cNvCxnSpPr/>
          <p:nvPr/>
        </p:nvCxnSpPr>
        <p:spPr>
          <a:xfrm rot="10800000" flipH="1">
            <a:off x="5131996" y="4026436"/>
            <a:ext cx="1032584" cy="976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1" name="Google Shape;381;p43"/>
          <p:cNvCxnSpPr>
            <a:stCxn id="356" idx="3"/>
            <a:endCxn id="364" idx="1"/>
          </p:cNvCxnSpPr>
          <p:nvPr/>
        </p:nvCxnSpPr>
        <p:spPr>
          <a:xfrm>
            <a:off x="5124376" y="5167548"/>
            <a:ext cx="1497300" cy="46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2" name="Google Shape;382;p43"/>
          <p:cNvCxnSpPr>
            <a:endCxn id="366" idx="1"/>
          </p:cNvCxnSpPr>
          <p:nvPr/>
        </p:nvCxnSpPr>
        <p:spPr>
          <a:xfrm rot="10800000" flipH="1">
            <a:off x="7307237" y="2772023"/>
            <a:ext cx="1580700" cy="395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3" name="Google Shape;383;p43"/>
          <p:cNvCxnSpPr/>
          <p:nvPr/>
        </p:nvCxnSpPr>
        <p:spPr>
          <a:xfrm rot="10800000" flipH="1">
            <a:off x="7332797" y="2973108"/>
            <a:ext cx="1555140" cy="82580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4" name="Google Shape;384;p43"/>
          <p:cNvCxnSpPr/>
          <p:nvPr/>
        </p:nvCxnSpPr>
        <p:spPr>
          <a:xfrm rot="10800000" flipH="1">
            <a:off x="7947660" y="4683667"/>
            <a:ext cx="940277" cy="81243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5" name="Google Shape;385;p43"/>
          <p:cNvCxnSpPr/>
          <p:nvPr/>
        </p:nvCxnSpPr>
        <p:spPr>
          <a:xfrm rot="10800000" flipH="1">
            <a:off x="7947660" y="3599808"/>
            <a:ext cx="940277" cy="24647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6" name="Google Shape;386;p43"/>
          <p:cNvCxnSpPr/>
          <p:nvPr/>
        </p:nvCxnSpPr>
        <p:spPr>
          <a:xfrm rot="10800000">
            <a:off x="6621780" y="1911293"/>
            <a:ext cx="0" cy="446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7" name="Google Shape;387;p43"/>
          <p:cNvCxnSpPr>
            <a:stCxn id="348" idx="0"/>
          </p:cNvCxnSpPr>
          <p:nvPr/>
        </p:nvCxnSpPr>
        <p:spPr>
          <a:xfrm rot="10800000">
            <a:off x="9631727" y="1911330"/>
            <a:ext cx="14400" cy="46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5"/>
          <p:cNvSpPr txBox="1"/>
          <p:nvPr/>
        </p:nvSpPr>
        <p:spPr>
          <a:xfrm>
            <a:off x="671400" y="211015"/>
            <a:ext cx="9934800" cy="95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Performance Tuning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139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4" name="Google Shape;394;p45"/>
          <p:cNvSpPr txBox="1"/>
          <p:nvPr/>
        </p:nvSpPr>
        <p:spPr>
          <a:xfrm>
            <a:off x="533400" y="1474419"/>
            <a:ext cx="10203180" cy="502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Two important metrics are involved in tuning performance: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Latency: </a:t>
            </a: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processing time for one event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Throughput: </a:t>
            </a: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Within a given period of time, how many events occur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both cases, Apache Kafka is optimized.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a Kafka system has just enough brokers to process both topic throughput and the latency needed for information to be processed in real-time, then it is tuned well.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Kafka clusters, there is the best balance between throughput and latency by: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 producers, Tuning brokers, and Tuning consumers to send, process, and receive the largest batch sizes within a manageable period of time.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6"/>
          <p:cNvSpPr txBox="1"/>
          <p:nvPr/>
        </p:nvSpPr>
        <p:spPr>
          <a:xfrm>
            <a:off x="671400" y="309489"/>
            <a:ext cx="9934800" cy="852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 Broker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1" name="Google Shape;401;p46"/>
          <p:cNvSpPr txBox="1"/>
          <p:nvPr/>
        </p:nvSpPr>
        <p:spPr>
          <a:xfrm>
            <a:off x="671400" y="1421017"/>
            <a:ext cx="10554618" cy="4191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 already discussed: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There are several partitions for each topic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Also, every partition has a leader.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following are standard configurations for reliability: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topic will include two or more follower partitions as well as a leader partition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When leaders are not properly balanced, one partition may be overworked compared to others.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Maintain a sufficient number of replication sets for data preservation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Generally, it is advised to start with a single partition per physical storage disk and a single consumer per partition.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7"/>
          <p:cNvSpPr txBox="1"/>
          <p:nvPr/>
        </p:nvSpPr>
        <p:spPr>
          <a:xfrm>
            <a:off x="815926" y="337625"/>
            <a:ext cx="9790274" cy="8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 Producer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marR="0" lvl="0" indent="-139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579120" y="1378528"/>
            <a:ext cx="11273798" cy="793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batch size </a:t>
            </a: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the </a:t>
            </a: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linger time </a:t>
            </a: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the two most important parameters for latency and throughput.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</a:t>
            </a: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Batch Size: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batch.size  is used to measure the batch size in total bytes.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 determines the size of the data to gather before sending messages to the broker.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value should be as high as possible without exceeding the available memory.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16384 is the default value.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</a:t>
            </a:r>
            <a:r>
              <a:rPr lang="en-IN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Linger time: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in asynchronous mode can be buffered for a maximum time with linger.ms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Example:A setting of 100 will batch 100ms of messages together.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this increases throughput, it adds latency to message delivery.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 txBox="1"/>
          <p:nvPr/>
        </p:nvSpPr>
        <p:spPr>
          <a:xfrm>
            <a:off x="671400" y="295422"/>
            <a:ext cx="9934800" cy="86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Tuning Consumer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5" name="Google Shape;415;p10"/>
          <p:cNvSpPr txBox="1"/>
          <p:nvPr/>
        </p:nvSpPr>
        <p:spPr>
          <a:xfrm>
            <a:off x="671400" y="1444599"/>
            <a:ext cx="10090384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consumer group can contain as many consumers as there are partitions on a topic. 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 will need a sufficient number of partitions to handle all consumers needed to keep up with all producers.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partitions are split among consumers in the same consumer group.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performance of a group can be improved by adding more consumers.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Performance is not affected by adding consumer groups.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8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8"/>
          <p:cNvSpPr txBox="1"/>
          <p:nvPr/>
        </p:nvSpPr>
        <p:spPr>
          <a:xfrm>
            <a:off x="671400" y="267286"/>
            <a:ext cx="9934800" cy="89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Mirroring Data between Kafka Clusters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2" name="Google Shape;422;p48"/>
          <p:cNvSpPr txBox="1"/>
          <p:nvPr/>
        </p:nvSpPr>
        <p:spPr>
          <a:xfrm>
            <a:off x="594360" y="1444598"/>
            <a:ext cx="10370820" cy="4773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Mirroring between two Kafka clusters is achieved using this tool.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Throughput is increased by mirroring.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order to achieve greater fault tolerance, in-cluster replication is recommended.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 Mirroring a single topic (named my-topic) from an input cluster.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23" name="Google Shape;42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9311" y="3831257"/>
            <a:ext cx="8187397" cy="1804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9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9"/>
          <p:cNvSpPr txBox="1"/>
          <p:nvPr/>
        </p:nvSpPr>
        <p:spPr>
          <a:xfrm>
            <a:off x="745588" y="295422"/>
            <a:ext cx="9860612" cy="866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Apache Kafka Applications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0" name="Google Shape;430;p49"/>
          <p:cNvSpPr txBox="1"/>
          <p:nvPr/>
        </p:nvSpPr>
        <p:spPr>
          <a:xfrm>
            <a:off x="563880" y="1645920"/>
            <a:ext cx="94107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Storm-Kafka is an integral part of Twitter's stream processing infrastructure.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is used by Netflix to monitor events in real-time and process them.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LinkedIn uses it to track activity streams and operational metrics.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IN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Using its Enterprise Service Bus product called OSB (Oracle Service Bus), Oracle provides native connectivity to Kafka.</a:t>
            </a:r>
            <a:endParaRPr/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c6b8cf070_0_13"/>
          <p:cNvSpPr/>
          <p:nvPr/>
        </p:nvSpPr>
        <p:spPr>
          <a:xfrm>
            <a:off x="9581211" y="5635599"/>
            <a:ext cx="23631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10c6b8cf070_0_13"/>
          <p:cNvSpPr txBox="1"/>
          <p:nvPr/>
        </p:nvSpPr>
        <p:spPr>
          <a:xfrm>
            <a:off x="745588" y="295422"/>
            <a:ext cx="98607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Summary </a:t>
            </a: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7" name="Google Shape;437;g10c6b8cf070_0_13"/>
          <p:cNvSpPr txBox="1"/>
          <p:nvPr/>
        </p:nvSpPr>
        <p:spPr>
          <a:xfrm>
            <a:off x="745600" y="1480425"/>
            <a:ext cx="10146600" cy="43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IN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Apache Kafka system allows you to build real-time streaming data pipelines, and it has applications for adapting a huge volume of data streams.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-IN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Kafka clusters are capable of handling failures of masters and databases.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-IN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Even when storing TBs of messages, it maintains stable performance.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●"/>
            </a:pPr>
            <a:r>
              <a:rPr lang="en-IN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allows for the storage and analysis of both historical and real-time data since it combines messaging, storage, and stream processing. 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/>
          <p:nvPr/>
        </p:nvSpPr>
        <p:spPr>
          <a:xfrm>
            <a:off x="9581211" y="5635599"/>
            <a:ext cx="236314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NOT WRITE ANYTHING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HERE. LEAVE THIS SPACE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WEBCAM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50"/>
          <p:cNvSpPr txBox="1"/>
          <p:nvPr/>
        </p:nvSpPr>
        <p:spPr>
          <a:xfrm>
            <a:off x="3782613" y="2798630"/>
            <a:ext cx="5186127" cy="126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sz="44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2828</Words>
  <Application>Microsoft Office PowerPoint</Application>
  <PresentationFormat>Widescreen</PresentationFormat>
  <Paragraphs>497</Paragraphs>
  <Slides>41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Calibri</vt:lpstr>
      <vt:lpstr>Candara</vt:lpstr>
      <vt:lpstr>Verdana</vt:lpstr>
      <vt:lpstr>Arial</vt:lpstr>
      <vt:lpstr>Corbel</vt:lpstr>
      <vt:lpstr>Avenir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Pandey</dc:creator>
  <cp:lastModifiedBy>Raghu Raman Bhattathirippad</cp:lastModifiedBy>
  <cp:revision>4</cp:revision>
  <dcterms:modified xsi:type="dcterms:W3CDTF">2023-10-12T08:40:46Z</dcterms:modified>
</cp:coreProperties>
</file>