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5" r:id="rId17"/>
    <p:sldId id="276" r:id="rId18"/>
    <p:sldId id="277" r:id="rId19"/>
    <p:sldId id="278" r:id="rId20"/>
    <p:sldId id="272" r:id="rId21"/>
    <p:sldId id="273" r:id="rId22"/>
    <p:sldId id="274" r:id="rId23"/>
    <p:sldId id="279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4"/>
  </p:normalViewPr>
  <p:slideViewPr>
    <p:cSldViewPr snapToGrid="0" snapToObjects="1">
      <p:cViewPr varScale="1">
        <p:scale>
          <a:sx n="88" d="100"/>
          <a:sy n="88" d="100"/>
        </p:scale>
        <p:origin x="1584" y="3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29B86A6-B239-1EAB-AE59-124235BD6CD1}"/>
              </a:ext>
            </a:extLst>
          </p:cNvPr>
          <p:cNvSpPr/>
          <p:nvPr userDrawn="1"/>
        </p:nvSpPr>
        <p:spPr>
          <a:xfrm>
            <a:off x="3124200" y="3429000"/>
            <a:ext cx="9144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1-Data-Warehouse-Tutorial-For-Beginners-Data-Warehouse-Concepts-Data-Warehousing-Edureka-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35FB973-B9DE-003D-2DD1-4C3E39C75119}"/>
              </a:ext>
            </a:extLst>
          </p:cNvPr>
          <p:cNvSpPr/>
          <p:nvPr/>
        </p:nvSpPr>
        <p:spPr>
          <a:xfrm>
            <a:off x="3541485" y="2002971"/>
            <a:ext cx="2017485" cy="82731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-Data-Warehouse-Tutorial-For-Beginners-Data-Warehouse-Concepts-Data-Warehousing-Edureka-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B04D50A-6B95-08EF-A52C-80FCB2726778}"/>
              </a:ext>
            </a:extLst>
          </p:cNvPr>
          <p:cNvSpPr/>
          <p:nvPr/>
        </p:nvSpPr>
        <p:spPr>
          <a:xfrm>
            <a:off x="537028" y="7151479"/>
            <a:ext cx="1132115" cy="56605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7D77ADC-ABEE-E022-3CFF-A99184F473ED}"/>
              </a:ext>
            </a:extLst>
          </p:cNvPr>
          <p:cNvSpPr/>
          <p:nvPr/>
        </p:nvSpPr>
        <p:spPr>
          <a:xfrm>
            <a:off x="6030685" y="7344229"/>
            <a:ext cx="3113315" cy="26125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-Data-Warehouse-Tutorial-For-Beginners-Data-Warehouse-Concepts-Data-Warehousing-Edureka-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C92E627-2D29-F4D6-5D46-8258C46920A6}"/>
              </a:ext>
            </a:extLst>
          </p:cNvPr>
          <p:cNvSpPr/>
          <p:nvPr/>
        </p:nvSpPr>
        <p:spPr>
          <a:xfrm>
            <a:off x="537028" y="7151479"/>
            <a:ext cx="1132115" cy="56605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9BD3763-8A46-5912-897C-2F6530AAF8D2}"/>
              </a:ext>
            </a:extLst>
          </p:cNvPr>
          <p:cNvSpPr/>
          <p:nvPr/>
        </p:nvSpPr>
        <p:spPr>
          <a:xfrm>
            <a:off x="6030685" y="7358743"/>
            <a:ext cx="3113315" cy="26125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5-Data-Warehouse-Tutorial-For-Beginners-Data-Warehouse-Concepts-Data-Warehousing-Edureka-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203B9CC-918A-2385-4A5E-4D4DF340513D}"/>
              </a:ext>
            </a:extLst>
          </p:cNvPr>
          <p:cNvSpPr/>
          <p:nvPr/>
        </p:nvSpPr>
        <p:spPr>
          <a:xfrm>
            <a:off x="537028" y="7151479"/>
            <a:ext cx="1132115" cy="56605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B51B5D-E33F-93B3-B34C-E4B3383C5DFB}"/>
              </a:ext>
            </a:extLst>
          </p:cNvPr>
          <p:cNvSpPr/>
          <p:nvPr/>
        </p:nvSpPr>
        <p:spPr>
          <a:xfrm>
            <a:off x="6030685" y="7344229"/>
            <a:ext cx="3113315" cy="26125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6-Data-Warehouse-Tutorial-For-Beginners-Data-Warehouse-Concepts-Data-Warehousing-Edureka-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700ED7F-80F9-DB40-BBA0-91465DE17AC6}"/>
              </a:ext>
            </a:extLst>
          </p:cNvPr>
          <p:cNvSpPr/>
          <p:nvPr/>
        </p:nvSpPr>
        <p:spPr>
          <a:xfrm>
            <a:off x="537028" y="7151479"/>
            <a:ext cx="1132115" cy="56605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FFF155-9DBD-B754-8E43-F1A341F4130F}"/>
              </a:ext>
            </a:extLst>
          </p:cNvPr>
          <p:cNvSpPr/>
          <p:nvPr/>
        </p:nvSpPr>
        <p:spPr>
          <a:xfrm>
            <a:off x="6030685" y="7344229"/>
            <a:ext cx="3113315" cy="26125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7-Data-Warehouse-Tutorial-For-Beginners-Data-Warehouse-Concepts-Data-Warehousing-Edureka-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7420C92-A076-CDF6-1388-3ABF3649C51D}"/>
              </a:ext>
            </a:extLst>
          </p:cNvPr>
          <p:cNvSpPr/>
          <p:nvPr/>
        </p:nvSpPr>
        <p:spPr>
          <a:xfrm>
            <a:off x="537028" y="7151479"/>
            <a:ext cx="1132115" cy="56605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D371249-DE5C-BAF1-AF68-1E75FC40BCB9}"/>
              </a:ext>
            </a:extLst>
          </p:cNvPr>
          <p:cNvSpPr/>
          <p:nvPr/>
        </p:nvSpPr>
        <p:spPr>
          <a:xfrm>
            <a:off x="6030685" y="7344229"/>
            <a:ext cx="3113315" cy="26125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8-Data-Warehouse-Tutorial-For-Beginners-Data-Warehouse-Concepts-Data-Warehousing-Edureka-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F5BE1E9-3741-F7A0-A899-F2D18D2AF90A}"/>
              </a:ext>
            </a:extLst>
          </p:cNvPr>
          <p:cNvSpPr/>
          <p:nvPr/>
        </p:nvSpPr>
        <p:spPr>
          <a:xfrm>
            <a:off x="537028" y="7151479"/>
            <a:ext cx="1132115" cy="56605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2DAA56D-C1E0-EA23-527E-9307DAC5A0A5}"/>
              </a:ext>
            </a:extLst>
          </p:cNvPr>
          <p:cNvSpPr/>
          <p:nvPr/>
        </p:nvSpPr>
        <p:spPr>
          <a:xfrm>
            <a:off x="6030685" y="7344229"/>
            <a:ext cx="3113315" cy="26125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9-Data-Warehouse-Tutorial-For-Beginners-Data-Warehouse-Concepts-Data-Warehousing-Edureka-9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E9E1625-7D08-6893-A8DB-442F1C028276}"/>
              </a:ext>
            </a:extLst>
          </p:cNvPr>
          <p:cNvSpPr/>
          <p:nvPr/>
        </p:nvSpPr>
        <p:spPr>
          <a:xfrm>
            <a:off x="537028" y="7151479"/>
            <a:ext cx="1132115" cy="56605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09580C5-8453-CE34-D74A-6692F9C93877}"/>
              </a:ext>
            </a:extLst>
          </p:cNvPr>
          <p:cNvSpPr/>
          <p:nvPr/>
        </p:nvSpPr>
        <p:spPr>
          <a:xfrm>
            <a:off x="6030685" y="7344229"/>
            <a:ext cx="3113315" cy="26125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-Data-Warehouse-Tutorial-For-Beginners-Data-Warehouse-Concepts-Data-Warehousing-Edureka-10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7302E2A-CFEF-974A-4093-978B28841189}"/>
              </a:ext>
            </a:extLst>
          </p:cNvPr>
          <p:cNvSpPr/>
          <p:nvPr/>
        </p:nvSpPr>
        <p:spPr>
          <a:xfrm>
            <a:off x="537028" y="7151479"/>
            <a:ext cx="1132115" cy="56605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BE8EFCF-1D18-42DB-7C06-CFB5A006EADA}"/>
              </a:ext>
            </a:extLst>
          </p:cNvPr>
          <p:cNvSpPr/>
          <p:nvPr/>
        </p:nvSpPr>
        <p:spPr>
          <a:xfrm>
            <a:off x="6030685" y="7344229"/>
            <a:ext cx="3113315" cy="26125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1-Data-Warehouse-Tutorial-For-Beginners-Data-Warehouse-Concepts-Data-Warehousing-Edureka-1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57D5A2D-85F7-FE6B-FEE6-CE1A0A26BDEB}"/>
              </a:ext>
            </a:extLst>
          </p:cNvPr>
          <p:cNvSpPr/>
          <p:nvPr/>
        </p:nvSpPr>
        <p:spPr>
          <a:xfrm>
            <a:off x="537028" y="7151479"/>
            <a:ext cx="1132115" cy="56605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F04A9DC-10EC-42FB-D512-FA72FEB54B73}"/>
              </a:ext>
            </a:extLst>
          </p:cNvPr>
          <p:cNvSpPr/>
          <p:nvPr/>
        </p:nvSpPr>
        <p:spPr>
          <a:xfrm>
            <a:off x="6030685" y="7344229"/>
            <a:ext cx="3113315" cy="26125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2-Data-Warehouse-Tutorial-For-Beginners-Data-Warehouse-Concepts-Data-Warehousing-Edureka-1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9450663-6AFC-F813-6F98-043AD787F247}"/>
              </a:ext>
            </a:extLst>
          </p:cNvPr>
          <p:cNvSpPr/>
          <p:nvPr/>
        </p:nvSpPr>
        <p:spPr>
          <a:xfrm>
            <a:off x="537028" y="7151479"/>
            <a:ext cx="1132115" cy="56605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C22E68-366E-588A-7FDD-94AF466B4886}"/>
              </a:ext>
            </a:extLst>
          </p:cNvPr>
          <p:cNvSpPr/>
          <p:nvPr/>
        </p:nvSpPr>
        <p:spPr>
          <a:xfrm>
            <a:off x="6030685" y="7344229"/>
            <a:ext cx="3113315" cy="26125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3-Data-Warehouse-Tutorial-For-Beginners-Data-Warehouse-Concepts-Data-Warehousing-Edureka-1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9B08D86-8BF8-FD92-BF9F-AD264CC86711}"/>
              </a:ext>
            </a:extLst>
          </p:cNvPr>
          <p:cNvSpPr/>
          <p:nvPr/>
        </p:nvSpPr>
        <p:spPr>
          <a:xfrm>
            <a:off x="537028" y="7151479"/>
            <a:ext cx="1132115" cy="56605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652441C-4DA9-8415-ABDD-69EA090C8798}"/>
              </a:ext>
            </a:extLst>
          </p:cNvPr>
          <p:cNvSpPr/>
          <p:nvPr/>
        </p:nvSpPr>
        <p:spPr>
          <a:xfrm>
            <a:off x="6030685" y="7344229"/>
            <a:ext cx="3113315" cy="26125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4-Data-Warehouse-Tutorial-For-Beginners-Data-Warehouse-Concepts-Data-Warehousing-Edureka-1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FB80717-D596-61BB-8973-33D329F6E8AA}"/>
              </a:ext>
            </a:extLst>
          </p:cNvPr>
          <p:cNvSpPr/>
          <p:nvPr/>
        </p:nvSpPr>
        <p:spPr>
          <a:xfrm>
            <a:off x="537028" y="7151479"/>
            <a:ext cx="1132115" cy="56605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CFCE5B4-6DA0-BC86-5EF8-603984736B4D}"/>
              </a:ext>
            </a:extLst>
          </p:cNvPr>
          <p:cNvSpPr/>
          <p:nvPr/>
        </p:nvSpPr>
        <p:spPr>
          <a:xfrm>
            <a:off x="6030685" y="7344229"/>
            <a:ext cx="3113315" cy="26125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5-Data-Warehouse-Tutorial-For-Beginners-Data-Warehouse-Concepts-Data-Warehousing-Edureka-1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8D1C656-5329-CF45-2225-ECE9D7AACD85}"/>
              </a:ext>
            </a:extLst>
          </p:cNvPr>
          <p:cNvSpPr/>
          <p:nvPr/>
        </p:nvSpPr>
        <p:spPr>
          <a:xfrm>
            <a:off x="537028" y="7151479"/>
            <a:ext cx="1132115" cy="56605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8D4AAE0-F547-7E2B-0DF8-4520C870C43F}"/>
              </a:ext>
            </a:extLst>
          </p:cNvPr>
          <p:cNvSpPr/>
          <p:nvPr/>
        </p:nvSpPr>
        <p:spPr>
          <a:xfrm>
            <a:off x="6030685" y="7344229"/>
            <a:ext cx="3113315" cy="26125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6-Data-Warehouse-Tutorial-For-Beginners-Data-Warehouse-Concepts-Data-Warehousing-Edureka-1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16B5A46-4A4B-5EA6-89DB-2A56B3E0AA2A}"/>
              </a:ext>
            </a:extLst>
          </p:cNvPr>
          <p:cNvSpPr/>
          <p:nvPr/>
        </p:nvSpPr>
        <p:spPr>
          <a:xfrm>
            <a:off x="537028" y="7151479"/>
            <a:ext cx="1132115" cy="56605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CD87EED-C3C4-A829-6BE5-A80A3823757B}"/>
              </a:ext>
            </a:extLst>
          </p:cNvPr>
          <p:cNvSpPr/>
          <p:nvPr/>
        </p:nvSpPr>
        <p:spPr>
          <a:xfrm>
            <a:off x="6030685" y="7344229"/>
            <a:ext cx="3113315" cy="26125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-Data-Warehouse-Tutorial-For-Beginners-Data-Warehouse-Concepts-Data-Warehousing-Edureka-20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A4497A9-E0EB-A610-3D82-F67333B80776}"/>
              </a:ext>
            </a:extLst>
          </p:cNvPr>
          <p:cNvSpPr/>
          <p:nvPr/>
        </p:nvSpPr>
        <p:spPr>
          <a:xfrm>
            <a:off x="537028" y="7151479"/>
            <a:ext cx="1132115" cy="56605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CD88D37-AE40-479C-C25F-D008A2AE762E}"/>
              </a:ext>
            </a:extLst>
          </p:cNvPr>
          <p:cNvSpPr/>
          <p:nvPr/>
        </p:nvSpPr>
        <p:spPr>
          <a:xfrm>
            <a:off x="6030685" y="7344229"/>
            <a:ext cx="3113315" cy="26125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4-Data-Warehouse-Concepts-Data-Warehouse-Tutorial-Data-Warehousing-Edureka-1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04E0A74-98DE-2BB5-4737-1D3D659CBF9F}"/>
              </a:ext>
            </a:extLst>
          </p:cNvPr>
          <p:cNvSpPr/>
          <p:nvPr/>
        </p:nvSpPr>
        <p:spPr>
          <a:xfrm>
            <a:off x="537028" y="7151479"/>
            <a:ext cx="1132115" cy="56605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2DB006D-77C9-6297-004E-F9E745C891B0}"/>
              </a:ext>
            </a:extLst>
          </p:cNvPr>
          <p:cNvSpPr/>
          <p:nvPr/>
        </p:nvSpPr>
        <p:spPr>
          <a:xfrm>
            <a:off x="6030685" y="7344229"/>
            <a:ext cx="3113315" cy="26125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5-Data-Warehouse-Concepts-Data-Warehouse-Tutorial-Data-Warehousing-Edureka-1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FFEF6BB-C6DD-BB6F-6BFF-C67EB837E39E}"/>
              </a:ext>
            </a:extLst>
          </p:cNvPr>
          <p:cNvSpPr/>
          <p:nvPr/>
        </p:nvSpPr>
        <p:spPr>
          <a:xfrm>
            <a:off x="537028" y="7151479"/>
            <a:ext cx="1132115" cy="56605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07FABD-4703-CC53-1A9E-50C576F0D507}"/>
              </a:ext>
            </a:extLst>
          </p:cNvPr>
          <p:cNvSpPr/>
          <p:nvPr/>
        </p:nvSpPr>
        <p:spPr>
          <a:xfrm>
            <a:off x="6030685" y="7344229"/>
            <a:ext cx="3113315" cy="26125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6-Data-Warehouse-Concepts-Data-Warehouse-Tutorial-Data-Warehousing-Edureka-1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2E8EC4B-9C41-B870-8AD8-5E9B8181E96C}"/>
              </a:ext>
            </a:extLst>
          </p:cNvPr>
          <p:cNvSpPr/>
          <p:nvPr/>
        </p:nvSpPr>
        <p:spPr>
          <a:xfrm>
            <a:off x="537028" y="7151479"/>
            <a:ext cx="1132115" cy="56605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8D4CBD7-4AEC-7EF2-F759-A0484C252C28}"/>
              </a:ext>
            </a:extLst>
          </p:cNvPr>
          <p:cNvSpPr/>
          <p:nvPr/>
        </p:nvSpPr>
        <p:spPr>
          <a:xfrm>
            <a:off x="6030685" y="7344229"/>
            <a:ext cx="3113315" cy="26125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7-Data-Warehouse-Concepts-Data-Warehouse-Tutorial-Data-Warehousing-Edureka-1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6CBC1A3-2205-40D5-33C1-0140AA3F6E8C}"/>
              </a:ext>
            </a:extLst>
          </p:cNvPr>
          <p:cNvSpPr/>
          <p:nvPr/>
        </p:nvSpPr>
        <p:spPr>
          <a:xfrm>
            <a:off x="537028" y="7151479"/>
            <a:ext cx="1132115" cy="56605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92F3FBD-5BCD-6FF8-161F-94D138CADE35}"/>
              </a:ext>
            </a:extLst>
          </p:cNvPr>
          <p:cNvSpPr/>
          <p:nvPr/>
        </p:nvSpPr>
        <p:spPr>
          <a:xfrm>
            <a:off x="6030685" y="7344229"/>
            <a:ext cx="3113315" cy="26125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8-Data-Warehouse-Concepts-Data-Warehouse-Tutorial-Data-Warehousing-Edureka-1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3DD67FC-E61B-052D-6E5E-82B0A3A96596}"/>
              </a:ext>
            </a:extLst>
          </p:cNvPr>
          <p:cNvSpPr/>
          <p:nvPr/>
        </p:nvSpPr>
        <p:spPr>
          <a:xfrm>
            <a:off x="537028" y="7151479"/>
            <a:ext cx="1132115" cy="56605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9445FFC-75AA-915E-275F-252993A7AE76}"/>
              </a:ext>
            </a:extLst>
          </p:cNvPr>
          <p:cNvSpPr/>
          <p:nvPr/>
        </p:nvSpPr>
        <p:spPr>
          <a:xfrm>
            <a:off x="6030685" y="7344229"/>
            <a:ext cx="3113315" cy="26125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9-Data-Warehouse-Concepts-Data-Warehouse-Tutorial-Data-Warehousing-Edureka-19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821E8A5-21EC-7A1B-37A7-B672CC8A8182}"/>
              </a:ext>
            </a:extLst>
          </p:cNvPr>
          <p:cNvSpPr/>
          <p:nvPr/>
        </p:nvSpPr>
        <p:spPr>
          <a:xfrm>
            <a:off x="537028" y="7151479"/>
            <a:ext cx="1132115" cy="56605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354BCDD-8E43-AE8F-BE52-90561E00A241}"/>
              </a:ext>
            </a:extLst>
          </p:cNvPr>
          <p:cNvSpPr/>
          <p:nvPr/>
        </p:nvSpPr>
        <p:spPr>
          <a:xfrm>
            <a:off x="6030685" y="7344229"/>
            <a:ext cx="3113315" cy="26125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-Data-Warehouse-Concepts-Data-Warehouse-Tutorial-Data-Warehousing-Edureka-20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50D58A6-5325-4D03-CA90-5E95B7B312CE}"/>
              </a:ext>
            </a:extLst>
          </p:cNvPr>
          <p:cNvSpPr/>
          <p:nvPr/>
        </p:nvSpPr>
        <p:spPr>
          <a:xfrm>
            <a:off x="537028" y="7151479"/>
            <a:ext cx="1132115" cy="56605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A9377F-C265-98E3-16A7-FC75685A6DB6}"/>
              </a:ext>
            </a:extLst>
          </p:cNvPr>
          <p:cNvSpPr/>
          <p:nvPr/>
        </p:nvSpPr>
        <p:spPr>
          <a:xfrm>
            <a:off x="6030685" y="7344229"/>
            <a:ext cx="3113315" cy="26125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0</Words>
  <Application>Microsoft Macintosh PowerPoint</Application>
  <PresentationFormat>On-screen Show (4:3)</PresentationFormat>
  <Paragraphs>0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Raghu Raman Bhattathirippad</cp:lastModifiedBy>
  <cp:revision>4</cp:revision>
  <dcterms:created xsi:type="dcterms:W3CDTF">2013-01-27T09:14:16Z</dcterms:created>
  <dcterms:modified xsi:type="dcterms:W3CDTF">2025-06-05T05:56:41Z</dcterms:modified>
  <cp:category/>
</cp:coreProperties>
</file>